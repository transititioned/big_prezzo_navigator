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7" r:id="rId4"/>
    <p:sldMasterId id="2147483706" r:id="rId5"/>
    <p:sldMasterId id="2147483692" r:id="rId6"/>
  </p:sldMasterIdLst>
  <p:notesMasterIdLst>
    <p:notesMasterId r:id="rId27"/>
  </p:notesMasterIdLst>
  <p:handoutMasterIdLst>
    <p:handoutMasterId r:id="rId28"/>
  </p:handoutMasterIdLst>
  <p:sldIdLst>
    <p:sldId id="12248" r:id="rId7"/>
    <p:sldId id="12295" r:id="rId8"/>
    <p:sldId id="12304" r:id="rId9"/>
    <p:sldId id="12303" r:id="rId10"/>
    <p:sldId id="12301" r:id="rId11"/>
    <p:sldId id="12309" r:id="rId12"/>
    <p:sldId id="12306" r:id="rId13"/>
    <p:sldId id="12305" r:id="rId14"/>
    <p:sldId id="12310" r:id="rId15"/>
    <p:sldId id="12311" r:id="rId16"/>
    <p:sldId id="12300" r:id="rId17"/>
    <p:sldId id="12294" r:id="rId18"/>
    <p:sldId id="12296" r:id="rId19"/>
    <p:sldId id="12297" r:id="rId20"/>
    <p:sldId id="12298" r:id="rId21"/>
    <p:sldId id="12314" r:id="rId22"/>
    <p:sldId id="12313" r:id="rId23"/>
    <p:sldId id="12299" r:id="rId24"/>
    <p:sldId id="12312" r:id="rId25"/>
    <p:sldId id="506" r:id="rId26"/>
  </p:sldIdLst>
  <p:sldSz cx="16256000" cy="9144000"/>
  <p:notesSz cx="6858000" cy="9144000"/>
  <p:defaultTextStyle>
    <a:defPPr>
      <a:defRPr lang="en-US"/>
    </a:defPPr>
    <a:lvl1pPr marL="0" algn="l" defTabSz="1218935" rtl="0" eaLnBrk="1" latinLnBrk="0" hangingPunct="1">
      <a:defRPr sz="2266" kern="1200">
        <a:solidFill>
          <a:schemeClr val="tx1"/>
        </a:solidFill>
        <a:latin typeface="+mn-lt"/>
        <a:ea typeface="+mn-ea"/>
        <a:cs typeface="+mn-cs"/>
      </a:defRPr>
    </a:lvl1pPr>
    <a:lvl2pPr marL="609467" algn="l" defTabSz="1218935" rtl="0" eaLnBrk="1" latinLnBrk="0" hangingPunct="1">
      <a:defRPr sz="2266" kern="1200">
        <a:solidFill>
          <a:schemeClr val="tx1"/>
        </a:solidFill>
        <a:latin typeface="+mn-lt"/>
        <a:ea typeface="+mn-ea"/>
        <a:cs typeface="+mn-cs"/>
      </a:defRPr>
    </a:lvl2pPr>
    <a:lvl3pPr marL="1218935" algn="l" defTabSz="1218935" rtl="0" eaLnBrk="1" latinLnBrk="0" hangingPunct="1">
      <a:defRPr sz="2266" kern="1200">
        <a:solidFill>
          <a:schemeClr val="tx1"/>
        </a:solidFill>
        <a:latin typeface="+mn-lt"/>
        <a:ea typeface="+mn-ea"/>
        <a:cs typeface="+mn-cs"/>
      </a:defRPr>
    </a:lvl3pPr>
    <a:lvl4pPr marL="1828402" algn="l" defTabSz="1218935" rtl="0" eaLnBrk="1" latinLnBrk="0" hangingPunct="1">
      <a:defRPr sz="2266" kern="1200">
        <a:solidFill>
          <a:schemeClr val="tx1"/>
        </a:solidFill>
        <a:latin typeface="+mn-lt"/>
        <a:ea typeface="+mn-ea"/>
        <a:cs typeface="+mn-cs"/>
      </a:defRPr>
    </a:lvl4pPr>
    <a:lvl5pPr marL="2437872" algn="l" defTabSz="1218935" rtl="0" eaLnBrk="1" latinLnBrk="0" hangingPunct="1">
      <a:defRPr sz="2266" kern="1200">
        <a:solidFill>
          <a:schemeClr val="tx1"/>
        </a:solidFill>
        <a:latin typeface="+mn-lt"/>
        <a:ea typeface="+mn-ea"/>
        <a:cs typeface="+mn-cs"/>
      </a:defRPr>
    </a:lvl5pPr>
    <a:lvl6pPr marL="3047341" algn="l" defTabSz="1218935" rtl="0" eaLnBrk="1" latinLnBrk="0" hangingPunct="1">
      <a:defRPr sz="2266" kern="1200">
        <a:solidFill>
          <a:schemeClr val="tx1"/>
        </a:solidFill>
        <a:latin typeface="+mn-lt"/>
        <a:ea typeface="+mn-ea"/>
        <a:cs typeface="+mn-cs"/>
      </a:defRPr>
    </a:lvl6pPr>
    <a:lvl7pPr marL="3656808" algn="l" defTabSz="1218935" rtl="0" eaLnBrk="1" latinLnBrk="0" hangingPunct="1">
      <a:defRPr sz="2266" kern="1200">
        <a:solidFill>
          <a:schemeClr val="tx1"/>
        </a:solidFill>
        <a:latin typeface="+mn-lt"/>
        <a:ea typeface="+mn-ea"/>
        <a:cs typeface="+mn-cs"/>
      </a:defRPr>
    </a:lvl7pPr>
    <a:lvl8pPr marL="4266276" algn="l" defTabSz="1218935" rtl="0" eaLnBrk="1" latinLnBrk="0" hangingPunct="1">
      <a:defRPr sz="2266" kern="1200">
        <a:solidFill>
          <a:schemeClr val="tx1"/>
        </a:solidFill>
        <a:latin typeface="+mn-lt"/>
        <a:ea typeface="+mn-ea"/>
        <a:cs typeface="+mn-cs"/>
      </a:defRPr>
    </a:lvl8pPr>
    <a:lvl9pPr marL="4875743" algn="l" defTabSz="1218935" rtl="0" eaLnBrk="1" latinLnBrk="0" hangingPunct="1">
      <a:defRPr sz="2266"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1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D5FA"/>
    <a:srgbClr val="E7EBFC"/>
    <a:srgbClr val="CCFF99"/>
    <a:srgbClr val="C8CAED"/>
    <a:srgbClr val="CACACA"/>
    <a:srgbClr val="BED1ED"/>
    <a:srgbClr val="CD480D"/>
    <a:srgbClr val="FFD62F"/>
    <a:srgbClr val="5E3B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1141FC-B35F-45C2-B8FB-851593E1E599}" v="2" dt="2020-09-07T22:48:42.8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156" y="7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5/10/relationships/revisionInfo" Target="revisionInfo.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A16C5B1-8820-46B6-B51B-86A308F4F92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CCF7EAD5-51BF-4E03-9B1E-7555207204F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A149D69-CE1F-4060-8337-12CF5A5A60A8}" type="datetimeFigureOut">
              <a:rPr lang="en-AU" smtClean="0"/>
              <a:t>8/09/2020</a:t>
            </a:fld>
            <a:endParaRPr lang="en-AU"/>
          </a:p>
        </p:txBody>
      </p:sp>
      <p:sp>
        <p:nvSpPr>
          <p:cNvPr id="4" name="Footer Placeholder 3">
            <a:extLst>
              <a:ext uri="{FF2B5EF4-FFF2-40B4-BE49-F238E27FC236}">
                <a16:creationId xmlns:a16="http://schemas.microsoft.com/office/drawing/2014/main" id="{23CADCA0-FB6B-4323-AF56-370B182BD6E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DE65940D-BBB1-4BA7-88B5-72D2A1BCF9D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0E3412-B667-4F7E-9AB0-FB99FE7798DD}" type="slidenum">
              <a:rPr lang="en-AU" smtClean="0"/>
              <a:t>‹#›</a:t>
            </a:fld>
            <a:endParaRPr lang="en-AU"/>
          </a:p>
        </p:txBody>
      </p:sp>
    </p:spTree>
    <p:extLst>
      <p:ext uri="{BB962C8B-B14F-4D97-AF65-F5344CB8AC3E}">
        <p14:creationId xmlns:p14="http://schemas.microsoft.com/office/powerpoint/2010/main" val="1590432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75E13F-F4E1-4B03-845F-747C06615039}" type="datetimeFigureOut">
              <a:rPr lang="en-AU" smtClean="0"/>
              <a:t>8/09/2020</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1043C4A-1374-466A-9170-C3C6B8177F29}" type="slidenum">
              <a:rPr lang="en-AU" smtClean="0"/>
              <a:t>‹#›</a:t>
            </a:fld>
            <a:endParaRPr lang="en-AU"/>
          </a:p>
        </p:txBody>
      </p:sp>
    </p:spTree>
    <p:extLst>
      <p:ext uri="{BB962C8B-B14F-4D97-AF65-F5344CB8AC3E}">
        <p14:creationId xmlns:p14="http://schemas.microsoft.com/office/powerpoint/2010/main" val="2105390929"/>
      </p:ext>
    </p:extLst>
  </p:cSld>
  <p:clrMap bg1="lt1" tx1="dk1" bg2="lt2" tx2="dk2" accent1="accent1" accent2="accent2" accent3="accent3" accent4="accent4" accent5="accent5" accent6="accent6" hlink="hlink" folHlink="folHlink"/>
  <p:notesStyle>
    <a:lvl1pPr marL="0" algn="l" defTabSz="1218935" rtl="0" eaLnBrk="1" latinLnBrk="0" hangingPunct="1">
      <a:defRPr sz="1600" kern="1200">
        <a:solidFill>
          <a:schemeClr val="tx1"/>
        </a:solidFill>
        <a:latin typeface="+mn-lt"/>
        <a:ea typeface="+mn-ea"/>
        <a:cs typeface="+mn-cs"/>
      </a:defRPr>
    </a:lvl1pPr>
    <a:lvl2pPr marL="609467" algn="l" defTabSz="1218935" rtl="0" eaLnBrk="1" latinLnBrk="0" hangingPunct="1">
      <a:defRPr sz="1600" kern="1200">
        <a:solidFill>
          <a:schemeClr val="tx1"/>
        </a:solidFill>
        <a:latin typeface="+mn-lt"/>
        <a:ea typeface="+mn-ea"/>
        <a:cs typeface="+mn-cs"/>
      </a:defRPr>
    </a:lvl2pPr>
    <a:lvl3pPr marL="1218935" algn="l" defTabSz="1218935" rtl="0" eaLnBrk="1" latinLnBrk="0" hangingPunct="1">
      <a:defRPr sz="1600" kern="1200">
        <a:solidFill>
          <a:schemeClr val="tx1"/>
        </a:solidFill>
        <a:latin typeface="+mn-lt"/>
        <a:ea typeface="+mn-ea"/>
        <a:cs typeface="+mn-cs"/>
      </a:defRPr>
    </a:lvl3pPr>
    <a:lvl4pPr marL="1828402" algn="l" defTabSz="1218935" rtl="0" eaLnBrk="1" latinLnBrk="0" hangingPunct="1">
      <a:defRPr sz="1600" kern="1200">
        <a:solidFill>
          <a:schemeClr val="tx1"/>
        </a:solidFill>
        <a:latin typeface="+mn-lt"/>
        <a:ea typeface="+mn-ea"/>
        <a:cs typeface="+mn-cs"/>
      </a:defRPr>
    </a:lvl4pPr>
    <a:lvl5pPr marL="2437872" algn="l" defTabSz="1218935" rtl="0" eaLnBrk="1" latinLnBrk="0" hangingPunct="1">
      <a:defRPr sz="1600" kern="1200">
        <a:solidFill>
          <a:schemeClr val="tx1"/>
        </a:solidFill>
        <a:latin typeface="+mn-lt"/>
        <a:ea typeface="+mn-ea"/>
        <a:cs typeface="+mn-cs"/>
      </a:defRPr>
    </a:lvl5pPr>
    <a:lvl6pPr marL="3047341" algn="l" defTabSz="1218935" rtl="0" eaLnBrk="1" latinLnBrk="0" hangingPunct="1">
      <a:defRPr sz="1600" kern="1200">
        <a:solidFill>
          <a:schemeClr val="tx1"/>
        </a:solidFill>
        <a:latin typeface="+mn-lt"/>
        <a:ea typeface="+mn-ea"/>
        <a:cs typeface="+mn-cs"/>
      </a:defRPr>
    </a:lvl6pPr>
    <a:lvl7pPr marL="3656808" algn="l" defTabSz="1218935" rtl="0" eaLnBrk="1" latinLnBrk="0" hangingPunct="1">
      <a:defRPr sz="1600" kern="1200">
        <a:solidFill>
          <a:schemeClr val="tx1"/>
        </a:solidFill>
        <a:latin typeface="+mn-lt"/>
        <a:ea typeface="+mn-ea"/>
        <a:cs typeface="+mn-cs"/>
      </a:defRPr>
    </a:lvl7pPr>
    <a:lvl8pPr marL="4266276" algn="l" defTabSz="1218935" rtl="0" eaLnBrk="1" latinLnBrk="0" hangingPunct="1">
      <a:defRPr sz="1600" kern="1200">
        <a:solidFill>
          <a:schemeClr val="tx1"/>
        </a:solidFill>
        <a:latin typeface="+mn-lt"/>
        <a:ea typeface="+mn-ea"/>
        <a:cs typeface="+mn-cs"/>
      </a:defRPr>
    </a:lvl8pPr>
    <a:lvl9pPr marL="4875743" algn="l" defTabSz="121893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Tom </a:t>
            </a:r>
          </a:p>
        </p:txBody>
      </p:sp>
      <p:sp>
        <p:nvSpPr>
          <p:cNvPr id="4" name="Slide Number Placeholder 3"/>
          <p:cNvSpPr>
            <a:spLocks noGrp="1"/>
          </p:cNvSpPr>
          <p:nvPr>
            <p:ph type="sldNum" sz="quarter" idx="5"/>
          </p:nvPr>
        </p:nvSpPr>
        <p:spPr/>
        <p:txBody>
          <a:bodyPr/>
          <a:lstStyle/>
          <a:p>
            <a:fld id="{11043C4A-1374-466A-9170-C3C6B8177F29}" type="slidenum">
              <a:rPr lang="en-AU" smtClean="0"/>
              <a:t>1</a:t>
            </a:fld>
            <a:endParaRPr lang="en-AU"/>
          </a:p>
        </p:txBody>
      </p:sp>
    </p:spTree>
    <p:extLst>
      <p:ext uri="{BB962C8B-B14F-4D97-AF65-F5344CB8AC3E}">
        <p14:creationId xmlns:p14="http://schemas.microsoft.com/office/powerpoint/2010/main" val="1987474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11043C4A-1374-466A-9170-C3C6B8177F29}" type="slidenum">
              <a:rPr lang="en-AU" smtClean="0"/>
              <a:t>20</a:t>
            </a:fld>
            <a:endParaRPr lang="en-AU"/>
          </a:p>
        </p:txBody>
      </p:sp>
    </p:spTree>
    <p:extLst>
      <p:ext uri="{BB962C8B-B14F-4D97-AF65-F5344CB8AC3E}">
        <p14:creationId xmlns:p14="http://schemas.microsoft.com/office/powerpoint/2010/main" val="3686961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1747615-0CD6-4154-81AB-30B357DC2B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8" y="0"/>
            <a:ext cx="16254983" cy="9144000"/>
          </a:xfrm>
          <a:prstGeom prst="rect">
            <a:avLst/>
          </a:prstGeom>
        </p:spPr>
      </p:pic>
      <p:sp>
        <p:nvSpPr>
          <p:cNvPr id="2" name="Title 1">
            <a:extLst>
              <a:ext uri="{FF2B5EF4-FFF2-40B4-BE49-F238E27FC236}">
                <a16:creationId xmlns:a16="http://schemas.microsoft.com/office/drawing/2014/main" id="{9E5E0691-C93E-4D61-8BB9-2D4B1F9B5086}"/>
              </a:ext>
            </a:extLst>
          </p:cNvPr>
          <p:cNvSpPr>
            <a:spLocks noGrp="1"/>
          </p:cNvSpPr>
          <p:nvPr>
            <p:ph type="ctrTitle" hasCustomPrompt="1"/>
          </p:nvPr>
        </p:nvSpPr>
        <p:spPr>
          <a:xfrm>
            <a:off x="964799" y="3064328"/>
            <a:ext cx="7009201" cy="2015672"/>
          </a:xfrm>
        </p:spPr>
        <p:txBody>
          <a:bodyPr anchor="t" anchorCtr="0">
            <a:normAutofit/>
          </a:bodyPr>
          <a:lstStyle>
            <a:lvl1pPr algn="l">
              <a:lnSpc>
                <a:spcPct val="85000"/>
              </a:lnSpc>
              <a:defRPr sz="5100">
                <a:solidFill>
                  <a:schemeClr val="bg1"/>
                </a:solidFill>
                <a:latin typeface="+mj-lt"/>
                <a:cs typeface="Times New Roman" panose="02020603050405020304" pitchFamily="18" charset="0"/>
              </a:defRPr>
            </a:lvl1pPr>
          </a:lstStyle>
          <a:p>
            <a:r>
              <a:rPr lang="en-US"/>
              <a:t>Click to add title</a:t>
            </a:r>
            <a:endParaRPr lang="en-AU"/>
          </a:p>
        </p:txBody>
      </p:sp>
      <p:sp>
        <p:nvSpPr>
          <p:cNvPr id="3" name="Subtitle 2">
            <a:extLst>
              <a:ext uri="{FF2B5EF4-FFF2-40B4-BE49-F238E27FC236}">
                <a16:creationId xmlns:a16="http://schemas.microsoft.com/office/drawing/2014/main" id="{CA7EBD72-EB9F-48DA-81AD-08DDE37CD840}"/>
              </a:ext>
            </a:extLst>
          </p:cNvPr>
          <p:cNvSpPr>
            <a:spLocks noGrp="1"/>
          </p:cNvSpPr>
          <p:nvPr>
            <p:ph type="subTitle" idx="1" hasCustomPrompt="1"/>
          </p:nvPr>
        </p:nvSpPr>
        <p:spPr>
          <a:xfrm>
            <a:off x="964799" y="5371390"/>
            <a:ext cx="4407301" cy="2210510"/>
          </a:xfrm>
        </p:spPr>
        <p:txBody>
          <a:bodyPr/>
          <a:lstStyle>
            <a:lvl1pPr marL="0" indent="0" algn="l">
              <a:spcBef>
                <a:spcPts val="0"/>
              </a:spcBef>
              <a:buNone/>
              <a:defRPr sz="2700">
                <a:solidFill>
                  <a:schemeClr val="bg1"/>
                </a:solidFill>
              </a:defRPr>
            </a:lvl1pPr>
            <a:lvl2pPr marL="609558" indent="0" algn="ctr">
              <a:buNone/>
              <a:defRPr sz="2667"/>
            </a:lvl2pPr>
            <a:lvl3pPr marL="1219118" indent="0" algn="ctr">
              <a:buNone/>
              <a:defRPr sz="2267"/>
            </a:lvl3pPr>
            <a:lvl4pPr marL="1828677" indent="0" algn="ctr">
              <a:buNone/>
              <a:defRPr sz="2133"/>
            </a:lvl4pPr>
            <a:lvl5pPr marL="2438238" indent="0" algn="ctr">
              <a:buNone/>
              <a:defRPr sz="2133"/>
            </a:lvl5pPr>
            <a:lvl6pPr marL="3047798" indent="0" algn="ctr">
              <a:buNone/>
              <a:defRPr sz="2133"/>
            </a:lvl6pPr>
            <a:lvl7pPr marL="3657356" indent="0" algn="ctr">
              <a:buNone/>
              <a:defRPr sz="2133"/>
            </a:lvl7pPr>
            <a:lvl8pPr marL="4266916" indent="0" algn="ctr">
              <a:buNone/>
              <a:defRPr sz="2133"/>
            </a:lvl8pPr>
            <a:lvl9pPr marL="4876474" indent="0" algn="ctr">
              <a:buNone/>
              <a:defRPr sz="2133"/>
            </a:lvl9pPr>
          </a:lstStyle>
          <a:p>
            <a:r>
              <a:rPr lang="en-US"/>
              <a:t>Click to add subtitle</a:t>
            </a:r>
            <a:endParaRPr lang="en-AU"/>
          </a:p>
        </p:txBody>
      </p:sp>
      <p:sp>
        <p:nvSpPr>
          <p:cNvPr id="8" name="Text Placeholder 2">
            <a:extLst>
              <a:ext uri="{FF2B5EF4-FFF2-40B4-BE49-F238E27FC236}">
                <a16:creationId xmlns:a16="http://schemas.microsoft.com/office/drawing/2014/main" id="{A4ADD8DF-881D-4613-AC46-420CAAC57D26}"/>
              </a:ext>
            </a:extLst>
          </p:cNvPr>
          <p:cNvSpPr>
            <a:spLocks noGrp="1"/>
          </p:cNvSpPr>
          <p:nvPr>
            <p:ph type="body" idx="15" hasCustomPrompt="1"/>
          </p:nvPr>
        </p:nvSpPr>
        <p:spPr>
          <a:xfrm>
            <a:off x="964799" y="7936790"/>
            <a:ext cx="4407300" cy="823912"/>
          </a:xfrm>
        </p:spPr>
        <p:txBody>
          <a:bodyPr anchor="t" anchorCtr="0"/>
          <a:lstStyle>
            <a:lvl1pPr marL="0" indent="0">
              <a:spcBef>
                <a:spcPts val="0"/>
              </a:spcBef>
              <a:buNone/>
              <a:defRPr sz="20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date</a:t>
            </a:r>
          </a:p>
        </p:txBody>
      </p:sp>
      <p:sp>
        <p:nvSpPr>
          <p:cNvPr id="16" name="Picture Placeholder 15">
            <a:extLst>
              <a:ext uri="{FF2B5EF4-FFF2-40B4-BE49-F238E27FC236}">
                <a16:creationId xmlns:a16="http://schemas.microsoft.com/office/drawing/2014/main" id="{541E87B3-5B11-454E-BE55-14785967F75D}"/>
              </a:ext>
            </a:extLst>
          </p:cNvPr>
          <p:cNvSpPr>
            <a:spLocks noGrp="1"/>
          </p:cNvSpPr>
          <p:nvPr>
            <p:ph type="pic" sz="quarter" idx="14"/>
          </p:nvPr>
        </p:nvSpPr>
        <p:spPr>
          <a:xfrm>
            <a:off x="8721432" y="0"/>
            <a:ext cx="7534568" cy="9145589"/>
          </a:xfrm>
          <a:custGeom>
            <a:avLst/>
            <a:gdLst>
              <a:gd name="connsiteX0" fmla="*/ 439432 w 7974000"/>
              <a:gd name="connsiteY0" fmla="*/ 0 h 9144000"/>
              <a:gd name="connsiteX1" fmla="*/ 7974000 w 7974000"/>
              <a:gd name="connsiteY1" fmla="*/ 0 h 9144000"/>
              <a:gd name="connsiteX2" fmla="*/ 7974000 w 7974000"/>
              <a:gd name="connsiteY2" fmla="*/ 9144000 h 9144000"/>
              <a:gd name="connsiteX3" fmla="*/ 0 w 7974000"/>
              <a:gd name="connsiteY3" fmla="*/ 9144000 h 9144000"/>
              <a:gd name="connsiteX4" fmla="*/ 0 w 7974000"/>
              <a:gd name="connsiteY4" fmla="*/ 9140825 h 9144000"/>
              <a:gd name="connsiteX5" fmla="*/ 202082 w 7974000"/>
              <a:gd name="connsiteY5" fmla="*/ 9140825 h 9144000"/>
              <a:gd name="connsiteX6" fmla="*/ 1176252 w 7974000"/>
              <a:gd name="connsiteY6" fmla="*/ 9140825 h 9144000"/>
              <a:gd name="connsiteX7" fmla="*/ 702704 w 7974000"/>
              <a:gd name="connsiteY7" fmla="*/ 7340600 h 9144000"/>
              <a:gd name="connsiteX8" fmla="*/ 451628 w 7974000"/>
              <a:gd name="connsiteY8" fmla="*/ 38100 h 9144000"/>
              <a:gd name="connsiteX9" fmla="*/ 441696 w 7974000"/>
              <a:gd name="connsiteY9" fmla="*/ 13891 h 9144000"/>
              <a:gd name="connsiteX0" fmla="*/ 439432 w 7974000"/>
              <a:gd name="connsiteY0" fmla="*/ 0 h 9144000"/>
              <a:gd name="connsiteX1" fmla="*/ 7974000 w 7974000"/>
              <a:gd name="connsiteY1" fmla="*/ 0 h 9144000"/>
              <a:gd name="connsiteX2" fmla="*/ 7974000 w 7974000"/>
              <a:gd name="connsiteY2" fmla="*/ 9144000 h 9144000"/>
              <a:gd name="connsiteX3" fmla="*/ 0 w 7974000"/>
              <a:gd name="connsiteY3" fmla="*/ 9144000 h 9144000"/>
              <a:gd name="connsiteX4" fmla="*/ 202082 w 7974000"/>
              <a:gd name="connsiteY4" fmla="*/ 9140825 h 9144000"/>
              <a:gd name="connsiteX5" fmla="*/ 1176252 w 7974000"/>
              <a:gd name="connsiteY5" fmla="*/ 9140825 h 9144000"/>
              <a:gd name="connsiteX6" fmla="*/ 702704 w 7974000"/>
              <a:gd name="connsiteY6" fmla="*/ 7340600 h 9144000"/>
              <a:gd name="connsiteX7" fmla="*/ 451628 w 7974000"/>
              <a:gd name="connsiteY7" fmla="*/ 38100 h 9144000"/>
              <a:gd name="connsiteX8" fmla="*/ 441696 w 7974000"/>
              <a:gd name="connsiteY8" fmla="*/ 13891 h 9144000"/>
              <a:gd name="connsiteX9" fmla="*/ 439432 w 7974000"/>
              <a:gd name="connsiteY9" fmla="*/ 0 h 9144000"/>
              <a:gd name="connsiteX0" fmla="*/ 237350 w 7771918"/>
              <a:gd name="connsiteY0" fmla="*/ 0 h 9144000"/>
              <a:gd name="connsiteX1" fmla="*/ 7771918 w 7771918"/>
              <a:gd name="connsiteY1" fmla="*/ 0 h 9144000"/>
              <a:gd name="connsiteX2" fmla="*/ 7771918 w 7771918"/>
              <a:gd name="connsiteY2" fmla="*/ 9144000 h 9144000"/>
              <a:gd name="connsiteX3" fmla="*/ 0 w 7771918"/>
              <a:gd name="connsiteY3" fmla="*/ 9140825 h 9144000"/>
              <a:gd name="connsiteX4" fmla="*/ 974170 w 7771918"/>
              <a:gd name="connsiteY4" fmla="*/ 9140825 h 9144000"/>
              <a:gd name="connsiteX5" fmla="*/ 500622 w 7771918"/>
              <a:gd name="connsiteY5" fmla="*/ 7340600 h 9144000"/>
              <a:gd name="connsiteX6" fmla="*/ 249546 w 7771918"/>
              <a:gd name="connsiteY6" fmla="*/ 38100 h 9144000"/>
              <a:gd name="connsiteX7" fmla="*/ 239614 w 7771918"/>
              <a:gd name="connsiteY7" fmla="*/ 13891 h 9144000"/>
              <a:gd name="connsiteX8" fmla="*/ 237350 w 7771918"/>
              <a:gd name="connsiteY8" fmla="*/ 0 h 9144000"/>
              <a:gd name="connsiteX0" fmla="*/ 0 w 7534568"/>
              <a:gd name="connsiteY0" fmla="*/ 0 h 9144000"/>
              <a:gd name="connsiteX1" fmla="*/ 7534568 w 7534568"/>
              <a:gd name="connsiteY1" fmla="*/ 0 h 9144000"/>
              <a:gd name="connsiteX2" fmla="*/ 7534568 w 7534568"/>
              <a:gd name="connsiteY2" fmla="*/ 9144000 h 9144000"/>
              <a:gd name="connsiteX3" fmla="*/ 736820 w 7534568"/>
              <a:gd name="connsiteY3" fmla="*/ 9140825 h 9144000"/>
              <a:gd name="connsiteX4" fmla="*/ 263272 w 7534568"/>
              <a:gd name="connsiteY4" fmla="*/ 7340600 h 9144000"/>
              <a:gd name="connsiteX5" fmla="*/ 12196 w 7534568"/>
              <a:gd name="connsiteY5" fmla="*/ 38100 h 9144000"/>
              <a:gd name="connsiteX6" fmla="*/ 2264 w 7534568"/>
              <a:gd name="connsiteY6" fmla="*/ 13891 h 9144000"/>
              <a:gd name="connsiteX7" fmla="*/ 0 w 7534568"/>
              <a:gd name="connsiteY7" fmla="*/ 0 h 9144000"/>
              <a:gd name="connsiteX0" fmla="*/ 0 w 7534568"/>
              <a:gd name="connsiteY0" fmla="*/ 0 h 9144000"/>
              <a:gd name="connsiteX1" fmla="*/ 7534568 w 7534568"/>
              <a:gd name="connsiteY1" fmla="*/ 0 h 9144000"/>
              <a:gd name="connsiteX2" fmla="*/ 7534568 w 7534568"/>
              <a:gd name="connsiteY2" fmla="*/ 9144000 h 9144000"/>
              <a:gd name="connsiteX3" fmla="*/ 734439 w 7534568"/>
              <a:gd name="connsiteY3" fmla="*/ 9143207 h 9144000"/>
              <a:gd name="connsiteX4" fmla="*/ 263272 w 7534568"/>
              <a:gd name="connsiteY4" fmla="*/ 7340600 h 9144000"/>
              <a:gd name="connsiteX5" fmla="*/ 12196 w 7534568"/>
              <a:gd name="connsiteY5" fmla="*/ 38100 h 9144000"/>
              <a:gd name="connsiteX6" fmla="*/ 2264 w 7534568"/>
              <a:gd name="connsiteY6" fmla="*/ 13891 h 9144000"/>
              <a:gd name="connsiteX7" fmla="*/ 0 w 7534568"/>
              <a:gd name="connsiteY7" fmla="*/ 0 h 9144000"/>
              <a:gd name="connsiteX0" fmla="*/ 0 w 7534568"/>
              <a:gd name="connsiteY0" fmla="*/ 0 h 9145589"/>
              <a:gd name="connsiteX1" fmla="*/ 7534568 w 7534568"/>
              <a:gd name="connsiteY1" fmla="*/ 0 h 9145589"/>
              <a:gd name="connsiteX2" fmla="*/ 7534568 w 7534568"/>
              <a:gd name="connsiteY2" fmla="*/ 9144000 h 9145589"/>
              <a:gd name="connsiteX3" fmla="*/ 734439 w 7534568"/>
              <a:gd name="connsiteY3" fmla="*/ 9145589 h 9145589"/>
              <a:gd name="connsiteX4" fmla="*/ 263272 w 7534568"/>
              <a:gd name="connsiteY4" fmla="*/ 7340600 h 9145589"/>
              <a:gd name="connsiteX5" fmla="*/ 12196 w 7534568"/>
              <a:gd name="connsiteY5" fmla="*/ 38100 h 9145589"/>
              <a:gd name="connsiteX6" fmla="*/ 2264 w 7534568"/>
              <a:gd name="connsiteY6" fmla="*/ 13891 h 9145589"/>
              <a:gd name="connsiteX7" fmla="*/ 0 w 7534568"/>
              <a:gd name="connsiteY7" fmla="*/ 0 h 914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34568" h="9145589">
                <a:moveTo>
                  <a:pt x="0" y="0"/>
                </a:moveTo>
                <a:lnTo>
                  <a:pt x="7534568" y="0"/>
                </a:lnTo>
                <a:lnTo>
                  <a:pt x="7534568" y="9144000"/>
                </a:lnTo>
                <a:lnTo>
                  <a:pt x="734439" y="9145589"/>
                </a:lnTo>
                <a:cubicBezTo>
                  <a:pt x="359414" y="8875714"/>
                  <a:pt x="158392" y="8337550"/>
                  <a:pt x="263272" y="7340600"/>
                </a:cubicBezTo>
                <a:cubicBezTo>
                  <a:pt x="514348" y="4972050"/>
                  <a:pt x="809918" y="1847850"/>
                  <a:pt x="12196" y="38100"/>
                </a:cubicBezTo>
                <a:cubicBezTo>
                  <a:pt x="7428" y="28575"/>
                  <a:pt x="4250" y="20638"/>
                  <a:pt x="2264" y="13891"/>
                </a:cubicBezTo>
                <a:lnTo>
                  <a:pt x="0" y="0"/>
                </a:lnTo>
                <a:close/>
              </a:path>
            </a:pathLst>
          </a:custGeom>
          <a:solidFill>
            <a:schemeClr val="bg1">
              <a:lumMod val="85000"/>
            </a:schemeClr>
          </a:solidFill>
        </p:spPr>
        <p:txBody>
          <a:bodyPr wrap="square" anchor="ctr" anchorCtr="0">
            <a:noAutofit/>
          </a:bodyPr>
          <a:lstStyle>
            <a:lvl1pPr marL="0" indent="0" algn="ctr">
              <a:buNone/>
              <a:defRPr/>
            </a:lvl1pPr>
          </a:lstStyle>
          <a:p>
            <a:r>
              <a:rPr lang="en-US"/>
              <a:t>Click icon to add picture</a:t>
            </a:r>
            <a:endParaRPr lang="en-AU"/>
          </a:p>
        </p:txBody>
      </p:sp>
    </p:spTree>
    <p:extLst>
      <p:ext uri="{BB962C8B-B14F-4D97-AF65-F5344CB8AC3E}">
        <p14:creationId xmlns:p14="http://schemas.microsoft.com/office/powerpoint/2010/main" val="3519448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F60F48-9F7C-40DE-96BA-EDFBE1FD5F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8" y="0"/>
            <a:ext cx="16254983" cy="9144000"/>
          </a:xfrm>
          <a:prstGeom prst="rect">
            <a:avLst/>
          </a:prstGeom>
        </p:spPr>
      </p:pic>
      <p:sp>
        <p:nvSpPr>
          <p:cNvPr id="2" name="Title 1">
            <a:extLst>
              <a:ext uri="{FF2B5EF4-FFF2-40B4-BE49-F238E27FC236}">
                <a16:creationId xmlns:a16="http://schemas.microsoft.com/office/drawing/2014/main" id="{9E5E0691-C93E-4D61-8BB9-2D4B1F9B5086}"/>
              </a:ext>
            </a:extLst>
          </p:cNvPr>
          <p:cNvSpPr>
            <a:spLocks noGrp="1"/>
          </p:cNvSpPr>
          <p:nvPr>
            <p:ph type="ctrTitle" hasCustomPrompt="1"/>
          </p:nvPr>
        </p:nvSpPr>
        <p:spPr>
          <a:xfrm>
            <a:off x="964799" y="3632200"/>
            <a:ext cx="7009201" cy="1447800"/>
          </a:xfrm>
        </p:spPr>
        <p:txBody>
          <a:bodyPr anchor="t" anchorCtr="0">
            <a:normAutofit/>
          </a:bodyPr>
          <a:lstStyle>
            <a:lvl1pPr algn="l">
              <a:lnSpc>
                <a:spcPct val="85000"/>
              </a:lnSpc>
              <a:defRPr sz="5100">
                <a:solidFill>
                  <a:schemeClr val="bg1"/>
                </a:solidFill>
                <a:latin typeface="+mj-lt"/>
                <a:cs typeface="Times New Roman" panose="02020603050405020304" pitchFamily="18" charset="0"/>
              </a:defRPr>
            </a:lvl1pPr>
          </a:lstStyle>
          <a:p>
            <a:r>
              <a:rPr lang="en-US"/>
              <a:t>Click to add title</a:t>
            </a:r>
            <a:endParaRPr lang="en-AU"/>
          </a:p>
        </p:txBody>
      </p:sp>
      <p:sp>
        <p:nvSpPr>
          <p:cNvPr id="3" name="Subtitle 2">
            <a:extLst>
              <a:ext uri="{FF2B5EF4-FFF2-40B4-BE49-F238E27FC236}">
                <a16:creationId xmlns:a16="http://schemas.microsoft.com/office/drawing/2014/main" id="{CA7EBD72-EB9F-48DA-81AD-08DDE37CD840}"/>
              </a:ext>
            </a:extLst>
          </p:cNvPr>
          <p:cNvSpPr>
            <a:spLocks noGrp="1"/>
          </p:cNvSpPr>
          <p:nvPr>
            <p:ph type="subTitle" idx="1" hasCustomPrompt="1"/>
          </p:nvPr>
        </p:nvSpPr>
        <p:spPr>
          <a:xfrm>
            <a:off x="964799" y="5371390"/>
            <a:ext cx="4407301" cy="2210510"/>
          </a:xfrm>
        </p:spPr>
        <p:txBody>
          <a:bodyPr/>
          <a:lstStyle>
            <a:lvl1pPr marL="0" indent="0" algn="l">
              <a:spcBef>
                <a:spcPts val="0"/>
              </a:spcBef>
              <a:buNone/>
              <a:defRPr sz="2700">
                <a:solidFill>
                  <a:schemeClr val="bg1"/>
                </a:solidFill>
              </a:defRPr>
            </a:lvl1pPr>
            <a:lvl2pPr marL="609558" indent="0" algn="ctr">
              <a:buNone/>
              <a:defRPr sz="2667"/>
            </a:lvl2pPr>
            <a:lvl3pPr marL="1219118" indent="0" algn="ctr">
              <a:buNone/>
              <a:defRPr sz="2267"/>
            </a:lvl3pPr>
            <a:lvl4pPr marL="1828677" indent="0" algn="ctr">
              <a:buNone/>
              <a:defRPr sz="2133"/>
            </a:lvl4pPr>
            <a:lvl5pPr marL="2438238" indent="0" algn="ctr">
              <a:buNone/>
              <a:defRPr sz="2133"/>
            </a:lvl5pPr>
            <a:lvl6pPr marL="3047798" indent="0" algn="ctr">
              <a:buNone/>
              <a:defRPr sz="2133"/>
            </a:lvl6pPr>
            <a:lvl7pPr marL="3657356" indent="0" algn="ctr">
              <a:buNone/>
              <a:defRPr sz="2133"/>
            </a:lvl7pPr>
            <a:lvl8pPr marL="4266916" indent="0" algn="ctr">
              <a:buNone/>
              <a:defRPr sz="2133"/>
            </a:lvl8pPr>
            <a:lvl9pPr marL="4876474" indent="0" algn="ctr">
              <a:buNone/>
              <a:defRPr sz="2133"/>
            </a:lvl9pPr>
          </a:lstStyle>
          <a:p>
            <a:r>
              <a:rPr lang="en-US"/>
              <a:t>Click to add subtitle</a:t>
            </a:r>
            <a:endParaRPr lang="en-AU"/>
          </a:p>
        </p:txBody>
      </p:sp>
      <p:sp>
        <p:nvSpPr>
          <p:cNvPr id="8" name="Text Placeholder 2">
            <a:extLst>
              <a:ext uri="{FF2B5EF4-FFF2-40B4-BE49-F238E27FC236}">
                <a16:creationId xmlns:a16="http://schemas.microsoft.com/office/drawing/2014/main" id="{A4ADD8DF-881D-4613-AC46-420CAAC57D26}"/>
              </a:ext>
            </a:extLst>
          </p:cNvPr>
          <p:cNvSpPr>
            <a:spLocks noGrp="1"/>
          </p:cNvSpPr>
          <p:nvPr>
            <p:ph type="body" idx="15" hasCustomPrompt="1"/>
          </p:nvPr>
        </p:nvSpPr>
        <p:spPr>
          <a:xfrm>
            <a:off x="964799" y="7936790"/>
            <a:ext cx="4407300" cy="823912"/>
          </a:xfrm>
        </p:spPr>
        <p:txBody>
          <a:bodyPr anchor="t" anchorCtr="0"/>
          <a:lstStyle>
            <a:lvl1pPr marL="0" indent="0">
              <a:spcBef>
                <a:spcPts val="0"/>
              </a:spcBef>
              <a:buNone/>
              <a:defRPr sz="20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date</a:t>
            </a:r>
          </a:p>
        </p:txBody>
      </p:sp>
      <p:sp>
        <p:nvSpPr>
          <p:cNvPr id="7" name="Text Placeholder 2">
            <a:extLst>
              <a:ext uri="{FF2B5EF4-FFF2-40B4-BE49-F238E27FC236}">
                <a16:creationId xmlns:a16="http://schemas.microsoft.com/office/drawing/2014/main" id="{399785AA-0B53-4C08-A0C2-43FD252E54C2}"/>
              </a:ext>
            </a:extLst>
          </p:cNvPr>
          <p:cNvSpPr>
            <a:spLocks noGrp="1"/>
          </p:cNvSpPr>
          <p:nvPr>
            <p:ph type="body" idx="16" hasCustomPrompt="1"/>
          </p:nvPr>
        </p:nvSpPr>
        <p:spPr>
          <a:xfrm>
            <a:off x="458400" y="127000"/>
            <a:ext cx="1675200" cy="441492"/>
          </a:xfrm>
        </p:spPr>
        <p:txBody>
          <a:bodyPr anchor="ctr" anchorCtr="0"/>
          <a:lstStyle>
            <a:lvl1pPr marL="0" indent="0" algn="ctr">
              <a:lnSpc>
                <a:spcPct val="80000"/>
              </a:lnSpc>
              <a:spcBef>
                <a:spcPts val="0"/>
              </a:spcBef>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Text</a:t>
            </a:r>
          </a:p>
        </p:txBody>
      </p:sp>
      <p:sp>
        <p:nvSpPr>
          <p:cNvPr id="13" name="Picture Placeholder 12">
            <a:extLst>
              <a:ext uri="{FF2B5EF4-FFF2-40B4-BE49-F238E27FC236}">
                <a16:creationId xmlns:a16="http://schemas.microsoft.com/office/drawing/2014/main" id="{74723EA2-B01A-4D41-A2C6-433F264F867D}"/>
              </a:ext>
            </a:extLst>
          </p:cNvPr>
          <p:cNvSpPr>
            <a:spLocks noGrp="1"/>
          </p:cNvSpPr>
          <p:nvPr>
            <p:ph type="pic" sz="quarter" idx="14"/>
          </p:nvPr>
        </p:nvSpPr>
        <p:spPr>
          <a:xfrm>
            <a:off x="8721432" y="0"/>
            <a:ext cx="7534568" cy="9145589"/>
          </a:xfrm>
          <a:custGeom>
            <a:avLst/>
            <a:gdLst>
              <a:gd name="connsiteX0" fmla="*/ 439432 w 7974000"/>
              <a:gd name="connsiteY0" fmla="*/ 0 h 9144000"/>
              <a:gd name="connsiteX1" fmla="*/ 7974000 w 7974000"/>
              <a:gd name="connsiteY1" fmla="*/ 0 h 9144000"/>
              <a:gd name="connsiteX2" fmla="*/ 7974000 w 7974000"/>
              <a:gd name="connsiteY2" fmla="*/ 9144000 h 9144000"/>
              <a:gd name="connsiteX3" fmla="*/ 0 w 7974000"/>
              <a:gd name="connsiteY3" fmla="*/ 9144000 h 9144000"/>
              <a:gd name="connsiteX4" fmla="*/ 0 w 7974000"/>
              <a:gd name="connsiteY4" fmla="*/ 9140825 h 9144000"/>
              <a:gd name="connsiteX5" fmla="*/ 202082 w 7974000"/>
              <a:gd name="connsiteY5" fmla="*/ 9140825 h 9144000"/>
              <a:gd name="connsiteX6" fmla="*/ 1176252 w 7974000"/>
              <a:gd name="connsiteY6" fmla="*/ 9140825 h 9144000"/>
              <a:gd name="connsiteX7" fmla="*/ 702704 w 7974000"/>
              <a:gd name="connsiteY7" fmla="*/ 7340600 h 9144000"/>
              <a:gd name="connsiteX8" fmla="*/ 451628 w 7974000"/>
              <a:gd name="connsiteY8" fmla="*/ 38100 h 9144000"/>
              <a:gd name="connsiteX9" fmla="*/ 441696 w 7974000"/>
              <a:gd name="connsiteY9" fmla="*/ 13891 h 9144000"/>
              <a:gd name="connsiteX0" fmla="*/ 439432 w 7974000"/>
              <a:gd name="connsiteY0" fmla="*/ 0 h 9144000"/>
              <a:gd name="connsiteX1" fmla="*/ 7974000 w 7974000"/>
              <a:gd name="connsiteY1" fmla="*/ 0 h 9144000"/>
              <a:gd name="connsiteX2" fmla="*/ 7974000 w 7974000"/>
              <a:gd name="connsiteY2" fmla="*/ 9144000 h 9144000"/>
              <a:gd name="connsiteX3" fmla="*/ 0 w 7974000"/>
              <a:gd name="connsiteY3" fmla="*/ 9144000 h 9144000"/>
              <a:gd name="connsiteX4" fmla="*/ 202082 w 7974000"/>
              <a:gd name="connsiteY4" fmla="*/ 9140825 h 9144000"/>
              <a:gd name="connsiteX5" fmla="*/ 1176252 w 7974000"/>
              <a:gd name="connsiteY5" fmla="*/ 9140825 h 9144000"/>
              <a:gd name="connsiteX6" fmla="*/ 702704 w 7974000"/>
              <a:gd name="connsiteY6" fmla="*/ 7340600 h 9144000"/>
              <a:gd name="connsiteX7" fmla="*/ 451628 w 7974000"/>
              <a:gd name="connsiteY7" fmla="*/ 38100 h 9144000"/>
              <a:gd name="connsiteX8" fmla="*/ 441696 w 7974000"/>
              <a:gd name="connsiteY8" fmla="*/ 13891 h 9144000"/>
              <a:gd name="connsiteX9" fmla="*/ 439432 w 7974000"/>
              <a:gd name="connsiteY9" fmla="*/ 0 h 9144000"/>
              <a:gd name="connsiteX0" fmla="*/ 237350 w 7771918"/>
              <a:gd name="connsiteY0" fmla="*/ 0 h 9144000"/>
              <a:gd name="connsiteX1" fmla="*/ 7771918 w 7771918"/>
              <a:gd name="connsiteY1" fmla="*/ 0 h 9144000"/>
              <a:gd name="connsiteX2" fmla="*/ 7771918 w 7771918"/>
              <a:gd name="connsiteY2" fmla="*/ 9144000 h 9144000"/>
              <a:gd name="connsiteX3" fmla="*/ 0 w 7771918"/>
              <a:gd name="connsiteY3" fmla="*/ 9140825 h 9144000"/>
              <a:gd name="connsiteX4" fmla="*/ 974170 w 7771918"/>
              <a:gd name="connsiteY4" fmla="*/ 9140825 h 9144000"/>
              <a:gd name="connsiteX5" fmla="*/ 500622 w 7771918"/>
              <a:gd name="connsiteY5" fmla="*/ 7340600 h 9144000"/>
              <a:gd name="connsiteX6" fmla="*/ 249546 w 7771918"/>
              <a:gd name="connsiteY6" fmla="*/ 38100 h 9144000"/>
              <a:gd name="connsiteX7" fmla="*/ 239614 w 7771918"/>
              <a:gd name="connsiteY7" fmla="*/ 13891 h 9144000"/>
              <a:gd name="connsiteX8" fmla="*/ 237350 w 7771918"/>
              <a:gd name="connsiteY8" fmla="*/ 0 h 9144000"/>
              <a:gd name="connsiteX0" fmla="*/ 0 w 7534568"/>
              <a:gd name="connsiteY0" fmla="*/ 0 h 9144000"/>
              <a:gd name="connsiteX1" fmla="*/ 7534568 w 7534568"/>
              <a:gd name="connsiteY1" fmla="*/ 0 h 9144000"/>
              <a:gd name="connsiteX2" fmla="*/ 7534568 w 7534568"/>
              <a:gd name="connsiteY2" fmla="*/ 9144000 h 9144000"/>
              <a:gd name="connsiteX3" fmla="*/ 736820 w 7534568"/>
              <a:gd name="connsiteY3" fmla="*/ 9140825 h 9144000"/>
              <a:gd name="connsiteX4" fmla="*/ 263272 w 7534568"/>
              <a:gd name="connsiteY4" fmla="*/ 7340600 h 9144000"/>
              <a:gd name="connsiteX5" fmla="*/ 12196 w 7534568"/>
              <a:gd name="connsiteY5" fmla="*/ 38100 h 9144000"/>
              <a:gd name="connsiteX6" fmla="*/ 2264 w 7534568"/>
              <a:gd name="connsiteY6" fmla="*/ 13891 h 9144000"/>
              <a:gd name="connsiteX7" fmla="*/ 0 w 7534568"/>
              <a:gd name="connsiteY7" fmla="*/ 0 h 9144000"/>
              <a:gd name="connsiteX0" fmla="*/ 0 w 7534568"/>
              <a:gd name="connsiteY0" fmla="*/ 0 h 9144000"/>
              <a:gd name="connsiteX1" fmla="*/ 7534568 w 7534568"/>
              <a:gd name="connsiteY1" fmla="*/ 0 h 9144000"/>
              <a:gd name="connsiteX2" fmla="*/ 7534568 w 7534568"/>
              <a:gd name="connsiteY2" fmla="*/ 9144000 h 9144000"/>
              <a:gd name="connsiteX3" fmla="*/ 734439 w 7534568"/>
              <a:gd name="connsiteY3" fmla="*/ 9143207 h 9144000"/>
              <a:gd name="connsiteX4" fmla="*/ 263272 w 7534568"/>
              <a:gd name="connsiteY4" fmla="*/ 7340600 h 9144000"/>
              <a:gd name="connsiteX5" fmla="*/ 12196 w 7534568"/>
              <a:gd name="connsiteY5" fmla="*/ 38100 h 9144000"/>
              <a:gd name="connsiteX6" fmla="*/ 2264 w 7534568"/>
              <a:gd name="connsiteY6" fmla="*/ 13891 h 9144000"/>
              <a:gd name="connsiteX7" fmla="*/ 0 w 7534568"/>
              <a:gd name="connsiteY7" fmla="*/ 0 h 9144000"/>
              <a:gd name="connsiteX0" fmla="*/ 0 w 7534568"/>
              <a:gd name="connsiteY0" fmla="*/ 0 h 9145589"/>
              <a:gd name="connsiteX1" fmla="*/ 7534568 w 7534568"/>
              <a:gd name="connsiteY1" fmla="*/ 0 h 9145589"/>
              <a:gd name="connsiteX2" fmla="*/ 7534568 w 7534568"/>
              <a:gd name="connsiteY2" fmla="*/ 9144000 h 9145589"/>
              <a:gd name="connsiteX3" fmla="*/ 734439 w 7534568"/>
              <a:gd name="connsiteY3" fmla="*/ 9145589 h 9145589"/>
              <a:gd name="connsiteX4" fmla="*/ 263272 w 7534568"/>
              <a:gd name="connsiteY4" fmla="*/ 7340600 h 9145589"/>
              <a:gd name="connsiteX5" fmla="*/ 12196 w 7534568"/>
              <a:gd name="connsiteY5" fmla="*/ 38100 h 9145589"/>
              <a:gd name="connsiteX6" fmla="*/ 2264 w 7534568"/>
              <a:gd name="connsiteY6" fmla="*/ 13891 h 9145589"/>
              <a:gd name="connsiteX7" fmla="*/ 0 w 7534568"/>
              <a:gd name="connsiteY7" fmla="*/ 0 h 914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34568" h="9145589">
                <a:moveTo>
                  <a:pt x="0" y="0"/>
                </a:moveTo>
                <a:lnTo>
                  <a:pt x="7534568" y="0"/>
                </a:lnTo>
                <a:lnTo>
                  <a:pt x="7534568" y="9144000"/>
                </a:lnTo>
                <a:lnTo>
                  <a:pt x="734439" y="9145589"/>
                </a:lnTo>
                <a:cubicBezTo>
                  <a:pt x="359414" y="8875714"/>
                  <a:pt x="158392" y="8337550"/>
                  <a:pt x="263272" y="7340600"/>
                </a:cubicBezTo>
                <a:cubicBezTo>
                  <a:pt x="514348" y="4972050"/>
                  <a:pt x="809918" y="1847850"/>
                  <a:pt x="12196" y="38100"/>
                </a:cubicBezTo>
                <a:cubicBezTo>
                  <a:pt x="7428" y="28575"/>
                  <a:pt x="4250" y="20638"/>
                  <a:pt x="2264" y="13891"/>
                </a:cubicBezTo>
                <a:lnTo>
                  <a:pt x="0" y="0"/>
                </a:lnTo>
                <a:close/>
              </a:path>
            </a:pathLst>
          </a:custGeom>
          <a:solidFill>
            <a:schemeClr val="bg1">
              <a:lumMod val="85000"/>
            </a:schemeClr>
          </a:solidFill>
        </p:spPr>
        <p:txBody>
          <a:bodyPr wrap="square" anchor="ctr" anchorCtr="0">
            <a:noAutofit/>
          </a:bodyPr>
          <a:lstStyle>
            <a:lvl1pPr marL="0" indent="0" algn="ctr">
              <a:buNone/>
              <a:defRPr/>
            </a:lvl1pPr>
          </a:lstStyle>
          <a:p>
            <a:r>
              <a:rPr lang="en-US"/>
              <a:t>Click icon to add picture</a:t>
            </a:r>
            <a:endParaRPr lang="en-AU"/>
          </a:p>
        </p:txBody>
      </p:sp>
    </p:spTree>
    <p:extLst>
      <p:ext uri="{BB962C8B-B14F-4D97-AF65-F5344CB8AC3E}">
        <p14:creationId xmlns:p14="http://schemas.microsoft.com/office/powerpoint/2010/main" val="3009881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DFCC475-6D80-49AE-8FE0-C2D4253360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1" y="0"/>
            <a:ext cx="16255017" cy="8177801"/>
          </a:xfrm>
          <a:prstGeom prst="rect">
            <a:avLst/>
          </a:prstGeom>
        </p:spPr>
      </p:pic>
      <p:sp>
        <p:nvSpPr>
          <p:cNvPr id="2" name="Title 1">
            <a:extLst>
              <a:ext uri="{FF2B5EF4-FFF2-40B4-BE49-F238E27FC236}">
                <a16:creationId xmlns:a16="http://schemas.microsoft.com/office/drawing/2014/main" id="{220C94FB-906D-4B98-84AA-3F23946F813F}"/>
              </a:ext>
            </a:extLst>
          </p:cNvPr>
          <p:cNvSpPr>
            <a:spLocks noGrp="1"/>
          </p:cNvSpPr>
          <p:nvPr>
            <p:ph type="title" hasCustomPrompt="1"/>
          </p:nvPr>
        </p:nvSpPr>
        <p:spPr>
          <a:xfrm>
            <a:off x="964800" y="4006850"/>
            <a:ext cx="7163200" cy="3263900"/>
          </a:xfrm>
        </p:spPr>
        <p:txBody>
          <a:bodyPr anchor="t" anchorCtr="0"/>
          <a:lstStyle>
            <a:lvl1pPr>
              <a:lnSpc>
                <a:spcPct val="80000"/>
              </a:lnSpc>
              <a:defRPr sz="8500" b="1">
                <a:solidFill>
                  <a:schemeClr val="accent2"/>
                </a:solidFill>
                <a:latin typeface="+mj-lt"/>
                <a:cs typeface="Times New Roman" panose="02020603050405020304" pitchFamily="18" charset="0"/>
              </a:defRPr>
            </a:lvl1pPr>
          </a:lstStyle>
          <a:p>
            <a:r>
              <a:rPr lang="en-US"/>
              <a:t>Click to add section title</a:t>
            </a:r>
            <a:endParaRPr lang="en-AU"/>
          </a:p>
        </p:txBody>
      </p:sp>
      <p:sp>
        <p:nvSpPr>
          <p:cNvPr id="4" name="Date Placeholder 3">
            <a:extLst>
              <a:ext uri="{FF2B5EF4-FFF2-40B4-BE49-F238E27FC236}">
                <a16:creationId xmlns:a16="http://schemas.microsoft.com/office/drawing/2014/main" id="{BA63A3F9-E9DD-4EE6-AE2A-1BBBFE4A265F}"/>
              </a:ext>
            </a:extLst>
          </p:cNvPr>
          <p:cNvSpPr>
            <a:spLocks noGrp="1"/>
          </p:cNvSpPr>
          <p:nvPr>
            <p:ph type="dt" sz="half" idx="10"/>
          </p:nvPr>
        </p:nvSpPr>
        <p:spPr/>
        <p:txBody>
          <a:bodyPr/>
          <a:lstStyle/>
          <a:p>
            <a:fld id="{D36F41B7-E8DF-4534-9903-F08332B9CB7F}" type="datetime1">
              <a:rPr lang="en-AU" smtClean="0"/>
              <a:t>8/09/2020</a:t>
            </a:fld>
            <a:endParaRPr lang="en-AU"/>
          </a:p>
        </p:txBody>
      </p:sp>
      <p:sp>
        <p:nvSpPr>
          <p:cNvPr id="5" name="Footer Placeholder 4">
            <a:extLst>
              <a:ext uri="{FF2B5EF4-FFF2-40B4-BE49-F238E27FC236}">
                <a16:creationId xmlns:a16="http://schemas.microsoft.com/office/drawing/2014/main" id="{E9C9F093-0828-4E96-BB72-CF60053050E3}"/>
              </a:ext>
            </a:extLst>
          </p:cNvPr>
          <p:cNvSpPr>
            <a:spLocks noGrp="1"/>
          </p:cNvSpPr>
          <p:nvPr>
            <p:ph type="ftr" sz="quarter" idx="11"/>
          </p:nvPr>
        </p:nvSpPr>
        <p:spPr/>
        <p:txBody>
          <a:bodyPr/>
          <a:lstStyle/>
          <a:p>
            <a:r>
              <a:rPr lang="en-AU"/>
              <a:t>© Beyond Blue Ltd</a:t>
            </a:r>
          </a:p>
        </p:txBody>
      </p:sp>
      <p:sp>
        <p:nvSpPr>
          <p:cNvPr id="6" name="Slide Number Placeholder 5">
            <a:extLst>
              <a:ext uri="{FF2B5EF4-FFF2-40B4-BE49-F238E27FC236}">
                <a16:creationId xmlns:a16="http://schemas.microsoft.com/office/drawing/2014/main" id="{E50F82A5-9DB4-4E16-A622-F049FB37C7F3}"/>
              </a:ext>
            </a:extLst>
          </p:cNvPr>
          <p:cNvSpPr>
            <a:spLocks noGrp="1"/>
          </p:cNvSpPr>
          <p:nvPr>
            <p:ph type="sldNum" sz="quarter" idx="12"/>
          </p:nvPr>
        </p:nvSpPr>
        <p:spPr/>
        <p:txBody>
          <a:bodyPr/>
          <a:lstStyle/>
          <a:p>
            <a:fld id="{E6316B6A-336A-44FF-82DA-A4D1594FA055}" type="slidenum">
              <a:rPr lang="en-AU" smtClean="0"/>
              <a:t>‹#›</a:t>
            </a:fld>
            <a:endParaRPr lang="en-AU"/>
          </a:p>
        </p:txBody>
      </p:sp>
      <p:pic>
        <p:nvPicPr>
          <p:cNvPr id="8" name="Picture 7">
            <a:extLst>
              <a:ext uri="{FF2B5EF4-FFF2-40B4-BE49-F238E27FC236}">
                <a16:creationId xmlns:a16="http://schemas.microsoft.com/office/drawing/2014/main" id="{F854AB60-F43F-4CE8-B1F5-9D0A18777585}"/>
              </a:ext>
            </a:extLst>
          </p:cNvPr>
          <p:cNvPicPr>
            <a:picLocks noChangeAspect="1"/>
          </p:cNvPicPr>
          <p:nvPr userDrawn="1"/>
        </p:nvPicPr>
        <p:blipFill>
          <a:blip r:embed="rId3"/>
          <a:stretch>
            <a:fillRect/>
          </a:stretch>
        </p:blipFill>
        <p:spPr>
          <a:xfrm>
            <a:off x="867375" y="8257698"/>
            <a:ext cx="2642621" cy="762002"/>
          </a:xfrm>
          <a:prstGeom prst="rect">
            <a:avLst/>
          </a:prstGeom>
        </p:spPr>
      </p:pic>
    </p:spTree>
    <p:extLst>
      <p:ext uri="{BB962C8B-B14F-4D97-AF65-F5344CB8AC3E}">
        <p14:creationId xmlns:p14="http://schemas.microsoft.com/office/powerpoint/2010/main" val="727878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447B28C-C23B-4438-ADC1-139B556125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1" y="0"/>
            <a:ext cx="16255017" cy="8177801"/>
          </a:xfrm>
          <a:prstGeom prst="rect">
            <a:avLst/>
          </a:prstGeom>
        </p:spPr>
      </p:pic>
      <p:sp>
        <p:nvSpPr>
          <p:cNvPr id="2" name="Title 1">
            <a:extLst>
              <a:ext uri="{FF2B5EF4-FFF2-40B4-BE49-F238E27FC236}">
                <a16:creationId xmlns:a16="http://schemas.microsoft.com/office/drawing/2014/main" id="{220C94FB-906D-4B98-84AA-3F23946F813F}"/>
              </a:ext>
            </a:extLst>
          </p:cNvPr>
          <p:cNvSpPr>
            <a:spLocks noGrp="1"/>
          </p:cNvSpPr>
          <p:nvPr>
            <p:ph type="title" hasCustomPrompt="1"/>
          </p:nvPr>
        </p:nvSpPr>
        <p:spPr>
          <a:xfrm>
            <a:off x="964800" y="4006850"/>
            <a:ext cx="7163200" cy="3263900"/>
          </a:xfrm>
        </p:spPr>
        <p:txBody>
          <a:bodyPr anchor="t" anchorCtr="0"/>
          <a:lstStyle>
            <a:lvl1pPr>
              <a:lnSpc>
                <a:spcPct val="80000"/>
              </a:lnSpc>
              <a:defRPr sz="8500" b="1">
                <a:solidFill>
                  <a:schemeClr val="bg1"/>
                </a:solidFill>
                <a:latin typeface="+mj-lt"/>
                <a:cs typeface="Times New Roman" panose="02020603050405020304" pitchFamily="18" charset="0"/>
              </a:defRPr>
            </a:lvl1pPr>
          </a:lstStyle>
          <a:p>
            <a:r>
              <a:rPr lang="en-US"/>
              <a:t>Click to add section title</a:t>
            </a:r>
            <a:endParaRPr lang="en-AU"/>
          </a:p>
        </p:txBody>
      </p:sp>
      <p:sp>
        <p:nvSpPr>
          <p:cNvPr id="4" name="Date Placeholder 3">
            <a:extLst>
              <a:ext uri="{FF2B5EF4-FFF2-40B4-BE49-F238E27FC236}">
                <a16:creationId xmlns:a16="http://schemas.microsoft.com/office/drawing/2014/main" id="{BA63A3F9-E9DD-4EE6-AE2A-1BBBFE4A265F}"/>
              </a:ext>
            </a:extLst>
          </p:cNvPr>
          <p:cNvSpPr>
            <a:spLocks noGrp="1"/>
          </p:cNvSpPr>
          <p:nvPr>
            <p:ph type="dt" sz="half" idx="10"/>
          </p:nvPr>
        </p:nvSpPr>
        <p:spPr/>
        <p:txBody>
          <a:bodyPr/>
          <a:lstStyle/>
          <a:p>
            <a:fld id="{D36F41B7-E8DF-4534-9903-F08332B9CB7F}" type="datetime1">
              <a:rPr lang="en-AU" smtClean="0"/>
              <a:t>8/09/2020</a:t>
            </a:fld>
            <a:endParaRPr lang="en-AU"/>
          </a:p>
        </p:txBody>
      </p:sp>
      <p:sp>
        <p:nvSpPr>
          <p:cNvPr id="5" name="Footer Placeholder 4">
            <a:extLst>
              <a:ext uri="{FF2B5EF4-FFF2-40B4-BE49-F238E27FC236}">
                <a16:creationId xmlns:a16="http://schemas.microsoft.com/office/drawing/2014/main" id="{E9C9F093-0828-4E96-BB72-CF60053050E3}"/>
              </a:ext>
            </a:extLst>
          </p:cNvPr>
          <p:cNvSpPr>
            <a:spLocks noGrp="1"/>
          </p:cNvSpPr>
          <p:nvPr>
            <p:ph type="ftr" sz="quarter" idx="11"/>
          </p:nvPr>
        </p:nvSpPr>
        <p:spPr/>
        <p:txBody>
          <a:bodyPr/>
          <a:lstStyle/>
          <a:p>
            <a:r>
              <a:rPr lang="en-AU"/>
              <a:t>© Beyond Blue Ltd</a:t>
            </a:r>
          </a:p>
        </p:txBody>
      </p:sp>
      <p:sp>
        <p:nvSpPr>
          <p:cNvPr id="6" name="Slide Number Placeholder 5">
            <a:extLst>
              <a:ext uri="{FF2B5EF4-FFF2-40B4-BE49-F238E27FC236}">
                <a16:creationId xmlns:a16="http://schemas.microsoft.com/office/drawing/2014/main" id="{E50F82A5-9DB4-4E16-A622-F049FB37C7F3}"/>
              </a:ext>
            </a:extLst>
          </p:cNvPr>
          <p:cNvSpPr>
            <a:spLocks noGrp="1"/>
          </p:cNvSpPr>
          <p:nvPr>
            <p:ph type="sldNum" sz="quarter" idx="12"/>
          </p:nvPr>
        </p:nvSpPr>
        <p:spPr/>
        <p:txBody>
          <a:bodyPr/>
          <a:lstStyle/>
          <a:p>
            <a:fld id="{E6316B6A-336A-44FF-82DA-A4D1594FA055}" type="slidenum">
              <a:rPr lang="en-AU" smtClean="0"/>
              <a:t>‹#›</a:t>
            </a:fld>
            <a:endParaRPr lang="en-AU"/>
          </a:p>
        </p:txBody>
      </p:sp>
      <p:pic>
        <p:nvPicPr>
          <p:cNvPr id="10" name="Picture 9">
            <a:extLst>
              <a:ext uri="{FF2B5EF4-FFF2-40B4-BE49-F238E27FC236}">
                <a16:creationId xmlns:a16="http://schemas.microsoft.com/office/drawing/2014/main" id="{BEBB49D5-5023-4916-B487-6407F4E004A0}"/>
              </a:ext>
            </a:extLst>
          </p:cNvPr>
          <p:cNvPicPr>
            <a:picLocks noChangeAspect="1"/>
          </p:cNvPicPr>
          <p:nvPr userDrawn="1"/>
        </p:nvPicPr>
        <p:blipFill>
          <a:blip r:embed="rId3"/>
          <a:stretch>
            <a:fillRect/>
          </a:stretch>
        </p:blipFill>
        <p:spPr>
          <a:xfrm>
            <a:off x="867375" y="8257698"/>
            <a:ext cx="2642621" cy="762002"/>
          </a:xfrm>
          <a:prstGeom prst="rect">
            <a:avLst/>
          </a:prstGeom>
        </p:spPr>
      </p:pic>
    </p:spTree>
    <p:extLst>
      <p:ext uri="{BB962C8B-B14F-4D97-AF65-F5344CB8AC3E}">
        <p14:creationId xmlns:p14="http://schemas.microsoft.com/office/powerpoint/2010/main" val="3747045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FFA0686-697F-429F-8DCD-C18EA74CF4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1" y="0"/>
            <a:ext cx="16255017" cy="8177801"/>
          </a:xfrm>
          <a:prstGeom prst="rect">
            <a:avLst/>
          </a:prstGeom>
        </p:spPr>
      </p:pic>
      <p:sp>
        <p:nvSpPr>
          <p:cNvPr id="2" name="Title 1">
            <a:extLst>
              <a:ext uri="{FF2B5EF4-FFF2-40B4-BE49-F238E27FC236}">
                <a16:creationId xmlns:a16="http://schemas.microsoft.com/office/drawing/2014/main" id="{220C94FB-906D-4B98-84AA-3F23946F813F}"/>
              </a:ext>
            </a:extLst>
          </p:cNvPr>
          <p:cNvSpPr>
            <a:spLocks noGrp="1"/>
          </p:cNvSpPr>
          <p:nvPr>
            <p:ph type="title" hasCustomPrompt="1"/>
          </p:nvPr>
        </p:nvSpPr>
        <p:spPr>
          <a:xfrm>
            <a:off x="964800" y="4006850"/>
            <a:ext cx="7163200" cy="3263900"/>
          </a:xfrm>
        </p:spPr>
        <p:txBody>
          <a:bodyPr anchor="t" anchorCtr="0"/>
          <a:lstStyle>
            <a:lvl1pPr>
              <a:lnSpc>
                <a:spcPct val="80000"/>
              </a:lnSpc>
              <a:defRPr sz="8500" b="1">
                <a:solidFill>
                  <a:schemeClr val="bg1"/>
                </a:solidFill>
                <a:latin typeface="+mj-lt"/>
                <a:cs typeface="Times New Roman" panose="02020603050405020304" pitchFamily="18" charset="0"/>
              </a:defRPr>
            </a:lvl1pPr>
          </a:lstStyle>
          <a:p>
            <a:r>
              <a:rPr lang="en-US"/>
              <a:t>Click to add section title</a:t>
            </a:r>
            <a:endParaRPr lang="en-AU"/>
          </a:p>
        </p:txBody>
      </p:sp>
      <p:sp>
        <p:nvSpPr>
          <p:cNvPr id="4" name="Date Placeholder 3">
            <a:extLst>
              <a:ext uri="{FF2B5EF4-FFF2-40B4-BE49-F238E27FC236}">
                <a16:creationId xmlns:a16="http://schemas.microsoft.com/office/drawing/2014/main" id="{BA63A3F9-E9DD-4EE6-AE2A-1BBBFE4A265F}"/>
              </a:ext>
            </a:extLst>
          </p:cNvPr>
          <p:cNvSpPr>
            <a:spLocks noGrp="1"/>
          </p:cNvSpPr>
          <p:nvPr>
            <p:ph type="dt" sz="half" idx="10"/>
          </p:nvPr>
        </p:nvSpPr>
        <p:spPr/>
        <p:txBody>
          <a:bodyPr/>
          <a:lstStyle/>
          <a:p>
            <a:fld id="{D36F41B7-E8DF-4534-9903-F08332B9CB7F}" type="datetime1">
              <a:rPr lang="en-AU" smtClean="0"/>
              <a:t>8/09/2020</a:t>
            </a:fld>
            <a:endParaRPr lang="en-AU"/>
          </a:p>
        </p:txBody>
      </p:sp>
      <p:sp>
        <p:nvSpPr>
          <p:cNvPr id="5" name="Footer Placeholder 4">
            <a:extLst>
              <a:ext uri="{FF2B5EF4-FFF2-40B4-BE49-F238E27FC236}">
                <a16:creationId xmlns:a16="http://schemas.microsoft.com/office/drawing/2014/main" id="{E9C9F093-0828-4E96-BB72-CF60053050E3}"/>
              </a:ext>
            </a:extLst>
          </p:cNvPr>
          <p:cNvSpPr>
            <a:spLocks noGrp="1"/>
          </p:cNvSpPr>
          <p:nvPr>
            <p:ph type="ftr" sz="quarter" idx="11"/>
          </p:nvPr>
        </p:nvSpPr>
        <p:spPr/>
        <p:txBody>
          <a:bodyPr/>
          <a:lstStyle/>
          <a:p>
            <a:r>
              <a:rPr lang="en-AU"/>
              <a:t>© Beyond Blue Ltd</a:t>
            </a:r>
          </a:p>
        </p:txBody>
      </p:sp>
      <p:sp>
        <p:nvSpPr>
          <p:cNvPr id="6" name="Slide Number Placeholder 5">
            <a:extLst>
              <a:ext uri="{FF2B5EF4-FFF2-40B4-BE49-F238E27FC236}">
                <a16:creationId xmlns:a16="http://schemas.microsoft.com/office/drawing/2014/main" id="{E50F82A5-9DB4-4E16-A622-F049FB37C7F3}"/>
              </a:ext>
            </a:extLst>
          </p:cNvPr>
          <p:cNvSpPr>
            <a:spLocks noGrp="1"/>
          </p:cNvSpPr>
          <p:nvPr>
            <p:ph type="sldNum" sz="quarter" idx="12"/>
          </p:nvPr>
        </p:nvSpPr>
        <p:spPr/>
        <p:txBody>
          <a:bodyPr/>
          <a:lstStyle/>
          <a:p>
            <a:fld id="{E6316B6A-336A-44FF-82DA-A4D1594FA055}" type="slidenum">
              <a:rPr lang="en-AU" smtClean="0"/>
              <a:t>‹#›</a:t>
            </a:fld>
            <a:endParaRPr lang="en-AU"/>
          </a:p>
        </p:txBody>
      </p:sp>
      <p:pic>
        <p:nvPicPr>
          <p:cNvPr id="8" name="Picture 7">
            <a:extLst>
              <a:ext uri="{FF2B5EF4-FFF2-40B4-BE49-F238E27FC236}">
                <a16:creationId xmlns:a16="http://schemas.microsoft.com/office/drawing/2014/main" id="{4DC18403-FA15-4D57-97B7-88BCDDE37794}"/>
              </a:ext>
            </a:extLst>
          </p:cNvPr>
          <p:cNvPicPr>
            <a:picLocks noChangeAspect="1"/>
          </p:cNvPicPr>
          <p:nvPr userDrawn="1"/>
        </p:nvPicPr>
        <p:blipFill>
          <a:blip r:embed="rId3"/>
          <a:stretch>
            <a:fillRect/>
          </a:stretch>
        </p:blipFill>
        <p:spPr>
          <a:xfrm>
            <a:off x="867375" y="8257698"/>
            <a:ext cx="2642621" cy="762002"/>
          </a:xfrm>
          <a:prstGeom prst="rect">
            <a:avLst/>
          </a:prstGeom>
        </p:spPr>
      </p:pic>
    </p:spTree>
    <p:extLst>
      <p:ext uri="{BB962C8B-B14F-4D97-AF65-F5344CB8AC3E}">
        <p14:creationId xmlns:p14="http://schemas.microsoft.com/office/powerpoint/2010/main" val="1718425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59A2AD-9E9B-466B-AD5B-0CB1B724FAC5}"/>
              </a:ext>
            </a:extLst>
          </p:cNvPr>
          <p:cNvSpPr>
            <a:spLocks noGrp="1"/>
          </p:cNvSpPr>
          <p:nvPr>
            <p:ph idx="1"/>
          </p:nvPr>
        </p:nvSpPr>
        <p:spPr>
          <a:xfrm>
            <a:off x="963999" y="2057400"/>
            <a:ext cx="12167801" cy="5862600"/>
          </a:xfrm>
        </p:spPr>
        <p:txBody>
          <a:bodyPr/>
          <a:lstStyle>
            <a:lvl1pPr>
              <a:spcBef>
                <a:spcPts val="1800"/>
              </a:spcBef>
              <a:defRPr sz="3400">
                <a:solidFill>
                  <a:schemeClr val="tx1"/>
                </a:solidFill>
              </a:defRPr>
            </a:lvl1pPr>
            <a:lvl2pPr>
              <a:defRPr sz="3400">
                <a:solidFill>
                  <a:schemeClr val="tx1"/>
                </a:solidFill>
              </a:defRPr>
            </a:lvl2pPr>
            <a:lvl3pPr>
              <a:defRPr sz="3400">
                <a:solidFill>
                  <a:schemeClr val="tx1"/>
                </a:solidFill>
              </a:defRPr>
            </a:lvl3pPr>
            <a:lvl4pPr>
              <a:defRPr sz="3400">
                <a:solidFill>
                  <a:schemeClr val="tx1"/>
                </a:solidFill>
              </a:defRPr>
            </a:lvl4pPr>
            <a:lvl5pPr>
              <a:defRPr sz="34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5DB1DE-8D73-4AFA-95E5-57D6E62C0F7C}"/>
              </a:ext>
            </a:extLst>
          </p:cNvPr>
          <p:cNvSpPr>
            <a:spLocks noGrp="1"/>
          </p:cNvSpPr>
          <p:nvPr>
            <p:ph type="dt" sz="half" idx="10"/>
          </p:nvPr>
        </p:nvSpPr>
        <p:spPr/>
        <p:txBody>
          <a:bodyPr/>
          <a:lstStyle/>
          <a:p>
            <a:fld id="{E0AD6BCD-5E65-4DC5-8DB2-DAE6B247677F}" type="datetime1">
              <a:rPr lang="en-AU" smtClean="0"/>
              <a:t>8/09/2020</a:t>
            </a:fld>
            <a:endParaRPr lang="en-AU"/>
          </a:p>
        </p:txBody>
      </p:sp>
      <p:sp>
        <p:nvSpPr>
          <p:cNvPr id="5" name="Footer Placeholder 4">
            <a:extLst>
              <a:ext uri="{FF2B5EF4-FFF2-40B4-BE49-F238E27FC236}">
                <a16:creationId xmlns:a16="http://schemas.microsoft.com/office/drawing/2014/main" id="{E0CDE5F3-3665-4461-B770-070BFE32749B}"/>
              </a:ext>
            </a:extLst>
          </p:cNvPr>
          <p:cNvSpPr>
            <a:spLocks noGrp="1"/>
          </p:cNvSpPr>
          <p:nvPr>
            <p:ph type="ftr" sz="quarter" idx="11"/>
          </p:nvPr>
        </p:nvSpPr>
        <p:spPr/>
        <p:txBody>
          <a:bodyPr/>
          <a:lstStyle/>
          <a:p>
            <a:r>
              <a:rPr lang="en-AU"/>
              <a:t>© Beyond Blue Ltd</a:t>
            </a:r>
          </a:p>
        </p:txBody>
      </p:sp>
      <p:sp>
        <p:nvSpPr>
          <p:cNvPr id="6" name="Slide Number Placeholder 5">
            <a:extLst>
              <a:ext uri="{FF2B5EF4-FFF2-40B4-BE49-F238E27FC236}">
                <a16:creationId xmlns:a16="http://schemas.microsoft.com/office/drawing/2014/main" id="{77AE5D6D-B1E7-41CE-A1BF-283239250BA2}"/>
              </a:ext>
            </a:extLst>
          </p:cNvPr>
          <p:cNvSpPr>
            <a:spLocks noGrp="1"/>
          </p:cNvSpPr>
          <p:nvPr>
            <p:ph type="sldNum" sz="quarter" idx="12"/>
          </p:nvPr>
        </p:nvSpPr>
        <p:spPr/>
        <p:txBody>
          <a:bodyPr/>
          <a:lstStyle/>
          <a:p>
            <a:fld id="{E6316B6A-336A-44FF-82DA-A4D1594FA055}" type="slidenum">
              <a:rPr lang="en-AU" smtClean="0"/>
              <a:t>‹#›</a:t>
            </a:fld>
            <a:endParaRPr lang="en-AU"/>
          </a:p>
        </p:txBody>
      </p:sp>
      <p:sp>
        <p:nvSpPr>
          <p:cNvPr id="7" name="Title 6">
            <a:extLst>
              <a:ext uri="{FF2B5EF4-FFF2-40B4-BE49-F238E27FC236}">
                <a16:creationId xmlns:a16="http://schemas.microsoft.com/office/drawing/2014/main" id="{1CB33DE5-6027-4201-A9A1-DCA4AC7E4D06}"/>
              </a:ext>
            </a:extLst>
          </p:cNvPr>
          <p:cNvSpPr>
            <a:spLocks noGrp="1"/>
          </p:cNvSpPr>
          <p:nvPr>
            <p:ph type="title"/>
          </p:nvPr>
        </p:nvSpPr>
        <p:spPr>
          <a:xfrm>
            <a:off x="963999" y="680619"/>
            <a:ext cx="12167801" cy="729081"/>
          </a:xfrm>
        </p:spPr>
        <p:txBody>
          <a:bodyPr/>
          <a:lstStyle>
            <a:lvl1pPr>
              <a:defRPr/>
            </a:lvl1pPr>
          </a:lstStyle>
          <a:p>
            <a:r>
              <a:rPr lang="en-US"/>
              <a:t>Click to edit Master title style</a:t>
            </a:r>
            <a:endParaRPr lang="en-AU"/>
          </a:p>
        </p:txBody>
      </p:sp>
    </p:spTree>
    <p:extLst>
      <p:ext uri="{BB962C8B-B14F-4D97-AF65-F5344CB8AC3E}">
        <p14:creationId xmlns:p14="http://schemas.microsoft.com/office/powerpoint/2010/main" val="1280034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59A2AD-9E9B-466B-AD5B-0CB1B724FAC5}"/>
              </a:ext>
            </a:extLst>
          </p:cNvPr>
          <p:cNvSpPr>
            <a:spLocks noGrp="1"/>
          </p:cNvSpPr>
          <p:nvPr>
            <p:ph idx="1"/>
          </p:nvPr>
        </p:nvSpPr>
        <p:spPr>
          <a:xfrm>
            <a:off x="963999" y="2520000"/>
            <a:ext cx="14328000" cy="540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5DB1DE-8D73-4AFA-95E5-57D6E62C0F7C}"/>
              </a:ext>
            </a:extLst>
          </p:cNvPr>
          <p:cNvSpPr>
            <a:spLocks noGrp="1"/>
          </p:cNvSpPr>
          <p:nvPr>
            <p:ph type="dt" sz="half" idx="10"/>
          </p:nvPr>
        </p:nvSpPr>
        <p:spPr/>
        <p:txBody>
          <a:bodyPr/>
          <a:lstStyle/>
          <a:p>
            <a:fld id="{0433F364-8354-4CC0-B614-43FAA0C0F0F4}" type="datetime1">
              <a:rPr lang="en-AU" smtClean="0"/>
              <a:t>8/09/2020</a:t>
            </a:fld>
            <a:endParaRPr lang="en-AU"/>
          </a:p>
        </p:txBody>
      </p:sp>
      <p:sp>
        <p:nvSpPr>
          <p:cNvPr id="5" name="Footer Placeholder 4">
            <a:extLst>
              <a:ext uri="{FF2B5EF4-FFF2-40B4-BE49-F238E27FC236}">
                <a16:creationId xmlns:a16="http://schemas.microsoft.com/office/drawing/2014/main" id="{E0CDE5F3-3665-4461-B770-070BFE32749B}"/>
              </a:ext>
            </a:extLst>
          </p:cNvPr>
          <p:cNvSpPr>
            <a:spLocks noGrp="1"/>
          </p:cNvSpPr>
          <p:nvPr>
            <p:ph type="ftr" sz="quarter" idx="11"/>
          </p:nvPr>
        </p:nvSpPr>
        <p:spPr/>
        <p:txBody>
          <a:bodyPr/>
          <a:lstStyle/>
          <a:p>
            <a:r>
              <a:rPr lang="en-AU"/>
              <a:t>© Beyond Blue Ltd</a:t>
            </a:r>
          </a:p>
        </p:txBody>
      </p:sp>
      <p:sp>
        <p:nvSpPr>
          <p:cNvPr id="6" name="Slide Number Placeholder 5">
            <a:extLst>
              <a:ext uri="{FF2B5EF4-FFF2-40B4-BE49-F238E27FC236}">
                <a16:creationId xmlns:a16="http://schemas.microsoft.com/office/drawing/2014/main" id="{77AE5D6D-B1E7-41CE-A1BF-283239250BA2}"/>
              </a:ext>
            </a:extLst>
          </p:cNvPr>
          <p:cNvSpPr>
            <a:spLocks noGrp="1"/>
          </p:cNvSpPr>
          <p:nvPr>
            <p:ph type="sldNum" sz="quarter" idx="12"/>
          </p:nvPr>
        </p:nvSpPr>
        <p:spPr/>
        <p:txBody>
          <a:bodyPr/>
          <a:lstStyle/>
          <a:p>
            <a:fld id="{E6316B6A-336A-44FF-82DA-A4D1594FA055}" type="slidenum">
              <a:rPr lang="en-AU" smtClean="0"/>
              <a:t>‹#›</a:t>
            </a:fld>
            <a:endParaRPr lang="en-AU"/>
          </a:p>
        </p:txBody>
      </p:sp>
      <p:sp>
        <p:nvSpPr>
          <p:cNvPr id="7" name="Title 6">
            <a:extLst>
              <a:ext uri="{FF2B5EF4-FFF2-40B4-BE49-F238E27FC236}">
                <a16:creationId xmlns:a16="http://schemas.microsoft.com/office/drawing/2014/main" id="{1CB33DE5-6027-4201-A9A1-DCA4AC7E4D06}"/>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3630266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59A2AD-9E9B-466B-AD5B-0CB1B724FAC5}"/>
              </a:ext>
            </a:extLst>
          </p:cNvPr>
          <p:cNvSpPr>
            <a:spLocks noGrp="1"/>
          </p:cNvSpPr>
          <p:nvPr>
            <p:ph idx="1"/>
          </p:nvPr>
        </p:nvSpPr>
        <p:spPr>
          <a:xfrm>
            <a:off x="963999" y="2520000"/>
            <a:ext cx="6840000" cy="540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5DB1DE-8D73-4AFA-95E5-57D6E62C0F7C}"/>
              </a:ext>
            </a:extLst>
          </p:cNvPr>
          <p:cNvSpPr>
            <a:spLocks noGrp="1"/>
          </p:cNvSpPr>
          <p:nvPr>
            <p:ph type="dt" sz="half" idx="10"/>
          </p:nvPr>
        </p:nvSpPr>
        <p:spPr/>
        <p:txBody>
          <a:bodyPr/>
          <a:lstStyle/>
          <a:p>
            <a:fld id="{8142458E-6A1D-4384-8BC2-6A02C1763BAD}" type="datetime1">
              <a:rPr lang="en-AU" smtClean="0"/>
              <a:t>8/09/2020</a:t>
            </a:fld>
            <a:endParaRPr lang="en-AU"/>
          </a:p>
        </p:txBody>
      </p:sp>
      <p:sp>
        <p:nvSpPr>
          <p:cNvPr id="5" name="Footer Placeholder 4">
            <a:extLst>
              <a:ext uri="{FF2B5EF4-FFF2-40B4-BE49-F238E27FC236}">
                <a16:creationId xmlns:a16="http://schemas.microsoft.com/office/drawing/2014/main" id="{E0CDE5F3-3665-4461-B770-070BFE32749B}"/>
              </a:ext>
            </a:extLst>
          </p:cNvPr>
          <p:cNvSpPr>
            <a:spLocks noGrp="1"/>
          </p:cNvSpPr>
          <p:nvPr>
            <p:ph type="ftr" sz="quarter" idx="11"/>
          </p:nvPr>
        </p:nvSpPr>
        <p:spPr/>
        <p:txBody>
          <a:bodyPr/>
          <a:lstStyle/>
          <a:p>
            <a:r>
              <a:rPr lang="en-AU"/>
              <a:t>© Beyond Blue Ltd</a:t>
            </a:r>
          </a:p>
        </p:txBody>
      </p:sp>
      <p:sp>
        <p:nvSpPr>
          <p:cNvPr id="6" name="Slide Number Placeholder 5">
            <a:extLst>
              <a:ext uri="{FF2B5EF4-FFF2-40B4-BE49-F238E27FC236}">
                <a16:creationId xmlns:a16="http://schemas.microsoft.com/office/drawing/2014/main" id="{77AE5D6D-B1E7-41CE-A1BF-283239250BA2}"/>
              </a:ext>
            </a:extLst>
          </p:cNvPr>
          <p:cNvSpPr>
            <a:spLocks noGrp="1"/>
          </p:cNvSpPr>
          <p:nvPr>
            <p:ph type="sldNum" sz="quarter" idx="12"/>
          </p:nvPr>
        </p:nvSpPr>
        <p:spPr/>
        <p:txBody>
          <a:bodyPr/>
          <a:lstStyle/>
          <a:p>
            <a:fld id="{E6316B6A-336A-44FF-82DA-A4D1594FA055}" type="slidenum">
              <a:rPr lang="en-AU" smtClean="0"/>
              <a:t>‹#›</a:t>
            </a:fld>
            <a:endParaRPr lang="en-AU"/>
          </a:p>
        </p:txBody>
      </p:sp>
      <p:sp>
        <p:nvSpPr>
          <p:cNvPr id="7" name="Title 6">
            <a:extLst>
              <a:ext uri="{FF2B5EF4-FFF2-40B4-BE49-F238E27FC236}">
                <a16:creationId xmlns:a16="http://schemas.microsoft.com/office/drawing/2014/main" id="{1CB33DE5-6027-4201-A9A1-DCA4AC7E4D06}"/>
              </a:ext>
            </a:extLst>
          </p:cNvPr>
          <p:cNvSpPr>
            <a:spLocks noGrp="1"/>
          </p:cNvSpPr>
          <p:nvPr>
            <p:ph type="title"/>
          </p:nvPr>
        </p:nvSpPr>
        <p:spPr/>
        <p:txBody>
          <a:bodyPr/>
          <a:lstStyle/>
          <a:p>
            <a:r>
              <a:rPr lang="en-US"/>
              <a:t>Click to edit Master title style</a:t>
            </a:r>
            <a:endParaRPr lang="en-AU"/>
          </a:p>
        </p:txBody>
      </p:sp>
      <p:sp>
        <p:nvSpPr>
          <p:cNvPr id="8" name="Content Placeholder 2">
            <a:extLst>
              <a:ext uri="{FF2B5EF4-FFF2-40B4-BE49-F238E27FC236}">
                <a16:creationId xmlns:a16="http://schemas.microsoft.com/office/drawing/2014/main" id="{4E2E3F7C-1DB6-44F6-9DC7-5E1F970D95AE}"/>
              </a:ext>
            </a:extLst>
          </p:cNvPr>
          <p:cNvSpPr>
            <a:spLocks noGrp="1"/>
          </p:cNvSpPr>
          <p:nvPr>
            <p:ph idx="13"/>
          </p:nvPr>
        </p:nvSpPr>
        <p:spPr>
          <a:xfrm>
            <a:off x="8451999" y="2520000"/>
            <a:ext cx="6840000" cy="540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51699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R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59A2AD-9E9B-466B-AD5B-0CB1B724FAC5}"/>
              </a:ext>
            </a:extLst>
          </p:cNvPr>
          <p:cNvSpPr>
            <a:spLocks noGrp="1"/>
          </p:cNvSpPr>
          <p:nvPr>
            <p:ph idx="1"/>
          </p:nvPr>
        </p:nvSpPr>
        <p:spPr>
          <a:xfrm>
            <a:off x="963999" y="2520000"/>
            <a:ext cx="6840000" cy="540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5DB1DE-8D73-4AFA-95E5-57D6E62C0F7C}"/>
              </a:ext>
            </a:extLst>
          </p:cNvPr>
          <p:cNvSpPr>
            <a:spLocks noGrp="1"/>
          </p:cNvSpPr>
          <p:nvPr>
            <p:ph type="dt" sz="half" idx="10"/>
          </p:nvPr>
        </p:nvSpPr>
        <p:spPr/>
        <p:txBody>
          <a:bodyPr/>
          <a:lstStyle/>
          <a:p>
            <a:fld id="{30BEC412-D264-44B7-BB6D-022A2CA1A396}" type="datetime1">
              <a:rPr lang="en-AU" smtClean="0"/>
              <a:t>8/09/2020</a:t>
            </a:fld>
            <a:endParaRPr lang="en-AU"/>
          </a:p>
        </p:txBody>
      </p:sp>
      <p:sp>
        <p:nvSpPr>
          <p:cNvPr id="5" name="Footer Placeholder 4">
            <a:extLst>
              <a:ext uri="{FF2B5EF4-FFF2-40B4-BE49-F238E27FC236}">
                <a16:creationId xmlns:a16="http://schemas.microsoft.com/office/drawing/2014/main" id="{E0CDE5F3-3665-4461-B770-070BFE32749B}"/>
              </a:ext>
            </a:extLst>
          </p:cNvPr>
          <p:cNvSpPr>
            <a:spLocks noGrp="1"/>
          </p:cNvSpPr>
          <p:nvPr>
            <p:ph type="ftr" sz="quarter" idx="11"/>
          </p:nvPr>
        </p:nvSpPr>
        <p:spPr/>
        <p:txBody>
          <a:bodyPr/>
          <a:lstStyle/>
          <a:p>
            <a:r>
              <a:rPr lang="en-AU"/>
              <a:t>© Beyond Blue Ltd</a:t>
            </a:r>
          </a:p>
        </p:txBody>
      </p:sp>
      <p:sp>
        <p:nvSpPr>
          <p:cNvPr id="6" name="Slide Number Placeholder 5">
            <a:extLst>
              <a:ext uri="{FF2B5EF4-FFF2-40B4-BE49-F238E27FC236}">
                <a16:creationId xmlns:a16="http://schemas.microsoft.com/office/drawing/2014/main" id="{77AE5D6D-B1E7-41CE-A1BF-283239250BA2}"/>
              </a:ext>
            </a:extLst>
          </p:cNvPr>
          <p:cNvSpPr>
            <a:spLocks noGrp="1"/>
          </p:cNvSpPr>
          <p:nvPr>
            <p:ph type="sldNum" sz="quarter" idx="12"/>
          </p:nvPr>
        </p:nvSpPr>
        <p:spPr/>
        <p:txBody>
          <a:bodyPr/>
          <a:lstStyle/>
          <a:p>
            <a:fld id="{E6316B6A-336A-44FF-82DA-A4D1594FA055}" type="slidenum">
              <a:rPr lang="en-AU" smtClean="0"/>
              <a:t>‹#›</a:t>
            </a:fld>
            <a:endParaRPr lang="en-AU"/>
          </a:p>
        </p:txBody>
      </p:sp>
      <p:sp>
        <p:nvSpPr>
          <p:cNvPr id="10" name="Title 9">
            <a:extLst>
              <a:ext uri="{FF2B5EF4-FFF2-40B4-BE49-F238E27FC236}">
                <a16:creationId xmlns:a16="http://schemas.microsoft.com/office/drawing/2014/main" id="{C1246CC9-D154-4221-8025-D9F6571C3568}"/>
              </a:ext>
            </a:extLst>
          </p:cNvPr>
          <p:cNvSpPr>
            <a:spLocks noGrp="1"/>
          </p:cNvSpPr>
          <p:nvPr>
            <p:ph type="title"/>
          </p:nvPr>
        </p:nvSpPr>
        <p:spPr>
          <a:xfrm>
            <a:off x="963999" y="680619"/>
            <a:ext cx="6840000" cy="1365345"/>
          </a:xfrm>
        </p:spPr>
        <p:txBody>
          <a:bodyPr/>
          <a:lstStyle/>
          <a:p>
            <a:r>
              <a:rPr lang="en-US"/>
              <a:t>Click to edit Master title style</a:t>
            </a:r>
            <a:endParaRPr lang="en-AU"/>
          </a:p>
        </p:txBody>
      </p:sp>
      <p:sp>
        <p:nvSpPr>
          <p:cNvPr id="21" name="Picture Placeholder 20">
            <a:extLst>
              <a:ext uri="{FF2B5EF4-FFF2-40B4-BE49-F238E27FC236}">
                <a16:creationId xmlns:a16="http://schemas.microsoft.com/office/drawing/2014/main" id="{ECCB61CA-69C4-4188-9A4E-B9188B59E241}"/>
              </a:ext>
            </a:extLst>
          </p:cNvPr>
          <p:cNvSpPr>
            <a:spLocks noGrp="1"/>
          </p:cNvSpPr>
          <p:nvPr>
            <p:ph type="pic" sz="quarter" idx="13"/>
          </p:nvPr>
        </p:nvSpPr>
        <p:spPr>
          <a:xfrm>
            <a:off x="8282000" y="-1"/>
            <a:ext cx="7974000" cy="8179200"/>
          </a:xfrm>
          <a:prstGeom prst="rect">
            <a:avLst/>
          </a:prstGeom>
          <a:solidFill>
            <a:schemeClr val="bg1">
              <a:lumMod val="85000"/>
            </a:schemeClr>
          </a:solidFill>
        </p:spPr>
        <p:txBody>
          <a:bodyPr wrap="square" anchor="ctr" anchorCtr="0">
            <a:noAutofit/>
          </a:bodyPr>
          <a:lstStyle>
            <a:lvl1pPr marL="0" indent="0" algn="ctr">
              <a:buNone/>
              <a:defRPr/>
            </a:lvl1pPr>
          </a:lstStyle>
          <a:p>
            <a:r>
              <a:rPr lang="en-US"/>
              <a:t>Click icon to add picture</a:t>
            </a:r>
            <a:endParaRPr lang="en-AU"/>
          </a:p>
        </p:txBody>
      </p:sp>
    </p:spTree>
    <p:extLst>
      <p:ext uri="{BB962C8B-B14F-4D97-AF65-F5344CB8AC3E}">
        <p14:creationId xmlns:p14="http://schemas.microsoft.com/office/powerpoint/2010/main" val="2603619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59A2AD-9E9B-466B-AD5B-0CB1B724FAC5}"/>
              </a:ext>
            </a:extLst>
          </p:cNvPr>
          <p:cNvSpPr>
            <a:spLocks noGrp="1"/>
          </p:cNvSpPr>
          <p:nvPr>
            <p:ph idx="1"/>
          </p:nvPr>
        </p:nvSpPr>
        <p:spPr>
          <a:xfrm>
            <a:off x="8291899" y="2520000"/>
            <a:ext cx="6840000" cy="540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5DB1DE-8D73-4AFA-95E5-57D6E62C0F7C}"/>
              </a:ext>
            </a:extLst>
          </p:cNvPr>
          <p:cNvSpPr>
            <a:spLocks noGrp="1"/>
          </p:cNvSpPr>
          <p:nvPr>
            <p:ph type="dt" sz="half" idx="10"/>
          </p:nvPr>
        </p:nvSpPr>
        <p:spPr/>
        <p:txBody>
          <a:bodyPr/>
          <a:lstStyle/>
          <a:p>
            <a:fld id="{878E395A-2B69-4840-8247-8F30B5051174}" type="datetime1">
              <a:rPr lang="en-AU" smtClean="0"/>
              <a:t>8/09/2020</a:t>
            </a:fld>
            <a:endParaRPr lang="en-AU"/>
          </a:p>
        </p:txBody>
      </p:sp>
      <p:sp>
        <p:nvSpPr>
          <p:cNvPr id="5" name="Footer Placeholder 4">
            <a:extLst>
              <a:ext uri="{FF2B5EF4-FFF2-40B4-BE49-F238E27FC236}">
                <a16:creationId xmlns:a16="http://schemas.microsoft.com/office/drawing/2014/main" id="{E0CDE5F3-3665-4461-B770-070BFE32749B}"/>
              </a:ext>
            </a:extLst>
          </p:cNvPr>
          <p:cNvSpPr>
            <a:spLocks noGrp="1"/>
          </p:cNvSpPr>
          <p:nvPr>
            <p:ph type="ftr" sz="quarter" idx="11"/>
          </p:nvPr>
        </p:nvSpPr>
        <p:spPr/>
        <p:txBody>
          <a:bodyPr/>
          <a:lstStyle/>
          <a:p>
            <a:r>
              <a:rPr lang="en-AU"/>
              <a:t>© Beyond Blue Ltd</a:t>
            </a:r>
          </a:p>
        </p:txBody>
      </p:sp>
      <p:sp>
        <p:nvSpPr>
          <p:cNvPr id="6" name="Slide Number Placeholder 5">
            <a:extLst>
              <a:ext uri="{FF2B5EF4-FFF2-40B4-BE49-F238E27FC236}">
                <a16:creationId xmlns:a16="http://schemas.microsoft.com/office/drawing/2014/main" id="{77AE5D6D-B1E7-41CE-A1BF-283239250BA2}"/>
              </a:ext>
            </a:extLst>
          </p:cNvPr>
          <p:cNvSpPr>
            <a:spLocks noGrp="1"/>
          </p:cNvSpPr>
          <p:nvPr>
            <p:ph type="sldNum" sz="quarter" idx="12"/>
          </p:nvPr>
        </p:nvSpPr>
        <p:spPr/>
        <p:txBody>
          <a:bodyPr/>
          <a:lstStyle/>
          <a:p>
            <a:fld id="{E6316B6A-336A-44FF-82DA-A4D1594FA055}" type="slidenum">
              <a:rPr lang="en-AU" smtClean="0"/>
              <a:t>‹#›</a:t>
            </a:fld>
            <a:endParaRPr lang="en-AU"/>
          </a:p>
        </p:txBody>
      </p:sp>
      <p:sp>
        <p:nvSpPr>
          <p:cNvPr id="10" name="Title 9">
            <a:extLst>
              <a:ext uri="{FF2B5EF4-FFF2-40B4-BE49-F238E27FC236}">
                <a16:creationId xmlns:a16="http://schemas.microsoft.com/office/drawing/2014/main" id="{C1246CC9-D154-4221-8025-D9F6571C3568}"/>
              </a:ext>
            </a:extLst>
          </p:cNvPr>
          <p:cNvSpPr>
            <a:spLocks noGrp="1"/>
          </p:cNvSpPr>
          <p:nvPr>
            <p:ph type="title"/>
          </p:nvPr>
        </p:nvSpPr>
        <p:spPr>
          <a:xfrm>
            <a:off x="8291899" y="680619"/>
            <a:ext cx="6840000" cy="1365345"/>
          </a:xfrm>
        </p:spPr>
        <p:txBody>
          <a:bodyPr/>
          <a:lstStyle/>
          <a:p>
            <a:r>
              <a:rPr lang="en-US"/>
              <a:t>Click to edit Master title style</a:t>
            </a:r>
            <a:endParaRPr lang="en-AU"/>
          </a:p>
        </p:txBody>
      </p:sp>
      <p:sp>
        <p:nvSpPr>
          <p:cNvPr id="21" name="Picture Placeholder 20">
            <a:extLst>
              <a:ext uri="{FF2B5EF4-FFF2-40B4-BE49-F238E27FC236}">
                <a16:creationId xmlns:a16="http://schemas.microsoft.com/office/drawing/2014/main" id="{ECCB61CA-69C4-4188-9A4E-B9188B59E241}"/>
              </a:ext>
            </a:extLst>
          </p:cNvPr>
          <p:cNvSpPr>
            <a:spLocks noGrp="1"/>
          </p:cNvSpPr>
          <p:nvPr>
            <p:ph type="pic" sz="quarter" idx="13"/>
          </p:nvPr>
        </p:nvSpPr>
        <p:spPr>
          <a:xfrm>
            <a:off x="0" y="-1"/>
            <a:ext cx="7974000" cy="8179200"/>
          </a:xfrm>
          <a:prstGeom prst="rect">
            <a:avLst/>
          </a:prstGeom>
          <a:solidFill>
            <a:schemeClr val="bg1">
              <a:lumMod val="85000"/>
            </a:schemeClr>
          </a:solidFill>
        </p:spPr>
        <p:txBody>
          <a:bodyPr wrap="square" anchor="ctr" anchorCtr="0">
            <a:noAutofit/>
          </a:bodyPr>
          <a:lstStyle>
            <a:lvl1pPr marL="0" indent="0" algn="ctr">
              <a:buNone/>
              <a:defRPr/>
            </a:lvl1pPr>
          </a:lstStyle>
          <a:p>
            <a:r>
              <a:rPr lang="en-US"/>
              <a:t>Click icon to add picture</a:t>
            </a:r>
            <a:endParaRPr lang="en-AU"/>
          </a:p>
        </p:txBody>
      </p:sp>
    </p:spTree>
    <p:extLst>
      <p:ext uri="{BB962C8B-B14F-4D97-AF65-F5344CB8AC3E}">
        <p14:creationId xmlns:p14="http://schemas.microsoft.com/office/powerpoint/2010/main" val="1226965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11781A-9133-4B2B-BBE1-07AEC1B6D6B6}"/>
              </a:ext>
            </a:extLst>
          </p:cNvPr>
          <p:cNvSpPr>
            <a:spLocks noGrp="1"/>
          </p:cNvSpPr>
          <p:nvPr>
            <p:ph type="dt" sz="half" idx="10"/>
          </p:nvPr>
        </p:nvSpPr>
        <p:spPr/>
        <p:txBody>
          <a:bodyPr/>
          <a:lstStyle/>
          <a:p>
            <a:fld id="{49872456-6A70-479E-81EF-47888CFB6550}" type="datetime1">
              <a:rPr lang="en-AU" smtClean="0"/>
              <a:t>8/09/2020</a:t>
            </a:fld>
            <a:endParaRPr lang="en-AU"/>
          </a:p>
        </p:txBody>
      </p:sp>
      <p:sp>
        <p:nvSpPr>
          <p:cNvPr id="3" name="Footer Placeholder 2">
            <a:extLst>
              <a:ext uri="{FF2B5EF4-FFF2-40B4-BE49-F238E27FC236}">
                <a16:creationId xmlns:a16="http://schemas.microsoft.com/office/drawing/2014/main" id="{D7F52EC3-9C09-446D-B2DA-292FFB5BABB5}"/>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A61A54E2-78FF-4846-A79D-8C6297C910B1}"/>
              </a:ext>
            </a:extLst>
          </p:cNvPr>
          <p:cNvSpPr>
            <a:spLocks noGrp="1"/>
          </p:cNvSpPr>
          <p:nvPr>
            <p:ph type="sldNum" sz="quarter" idx="12"/>
          </p:nvPr>
        </p:nvSpPr>
        <p:spPr/>
        <p:txBody>
          <a:bodyPr/>
          <a:lstStyle/>
          <a:p>
            <a:fld id="{E6316B6A-336A-44FF-82DA-A4D1594FA055}" type="slidenum">
              <a:rPr lang="en-AU" smtClean="0"/>
              <a:t>‹#›</a:t>
            </a:fld>
            <a:endParaRPr lang="en-AU"/>
          </a:p>
        </p:txBody>
      </p:sp>
      <p:sp>
        <p:nvSpPr>
          <p:cNvPr id="6" name="Text Placeholder 5">
            <a:extLst>
              <a:ext uri="{FF2B5EF4-FFF2-40B4-BE49-F238E27FC236}">
                <a16:creationId xmlns:a16="http://schemas.microsoft.com/office/drawing/2014/main" id="{D40AC625-A0D7-4A95-BE8E-206A59DE76FC}"/>
              </a:ext>
            </a:extLst>
          </p:cNvPr>
          <p:cNvSpPr>
            <a:spLocks noGrp="1"/>
          </p:cNvSpPr>
          <p:nvPr>
            <p:ph type="body" sz="quarter" idx="13"/>
          </p:nvPr>
        </p:nvSpPr>
        <p:spPr>
          <a:xfrm>
            <a:off x="963998" y="1409700"/>
            <a:ext cx="10935902" cy="6197600"/>
          </a:xfrm>
        </p:spPr>
        <p:txBody>
          <a:bodyPr/>
          <a:lstStyle>
            <a:lvl1pPr marL="0" indent="0">
              <a:lnSpc>
                <a:spcPct val="86000"/>
              </a:lnSpc>
              <a:spcBef>
                <a:spcPts val="0"/>
              </a:spcBef>
              <a:buNone/>
              <a:defRPr sz="5300" b="1">
                <a:solidFill>
                  <a:schemeClr val="accent1"/>
                </a:solidFill>
              </a:defRPr>
            </a:lvl1pPr>
            <a:lvl2pPr marL="0" indent="0">
              <a:spcBef>
                <a:spcPts val="2400"/>
              </a:spcBef>
              <a:buNone/>
              <a:defRPr sz="2700">
                <a:solidFill>
                  <a:schemeClr val="accent1"/>
                </a:solidFill>
              </a:defRPr>
            </a:lvl2pPr>
            <a:lvl3pPr marL="480024" indent="0">
              <a:buNone/>
              <a:defRPr>
                <a:solidFill>
                  <a:schemeClr val="accent1"/>
                </a:solidFill>
              </a:defRPr>
            </a:lvl3pPr>
            <a:lvl4pPr marL="720036" indent="0">
              <a:buNone/>
              <a:defRPr>
                <a:solidFill>
                  <a:schemeClr val="accent1"/>
                </a:solidFill>
              </a:defRPr>
            </a:lvl4pPr>
            <a:lvl5pPr marL="960048" indent="0">
              <a:buNone/>
              <a:defRPr>
                <a:solidFill>
                  <a:schemeClr val="accent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759930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094A408-4541-46F8-9F97-067C05877925}"/>
              </a:ext>
            </a:extLst>
          </p:cNvPr>
          <p:cNvSpPr>
            <a:spLocks noGrp="1"/>
          </p:cNvSpPr>
          <p:nvPr>
            <p:ph type="dt" sz="half" idx="10"/>
          </p:nvPr>
        </p:nvSpPr>
        <p:spPr/>
        <p:txBody>
          <a:bodyPr/>
          <a:lstStyle/>
          <a:p>
            <a:fld id="{748E5982-DA53-4164-BD06-866C22D8C606}" type="datetime1">
              <a:rPr lang="en-AU" smtClean="0"/>
              <a:t>8/09/2020</a:t>
            </a:fld>
            <a:endParaRPr lang="en-AU"/>
          </a:p>
        </p:txBody>
      </p:sp>
      <p:sp>
        <p:nvSpPr>
          <p:cNvPr id="4" name="Footer Placeholder 3">
            <a:extLst>
              <a:ext uri="{FF2B5EF4-FFF2-40B4-BE49-F238E27FC236}">
                <a16:creationId xmlns:a16="http://schemas.microsoft.com/office/drawing/2014/main" id="{6D1E5D40-2E2F-4499-A847-0FE058F98D51}"/>
              </a:ext>
            </a:extLst>
          </p:cNvPr>
          <p:cNvSpPr>
            <a:spLocks noGrp="1"/>
          </p:cNvSpPr>
          <p:nvPr>
            <p:ph type="ftr" sz="quarter" idx="11"/>
          </p:nvPr>
        </p:nvSpPr>
        <p:spPr/>
        <p:txBody>
          <a:bodyPr/>
          <a:lstStyle/>
          <a:p>
            <a:r>
              <a:rPr lang="en-AU"/>
              <a:t>© Beyond Blue Ltd</a:t>
            </a:r>
          </a:p>
        </p:txBody>
      </p:sp>
      <p:sp>
        <p:nvSpPr>
          <p:cNvPr id="5" name="Slide Number Placeholder 4">
            <a:extLst>
              <a:ext uri="{FF2B5EF4-FFF2-40B4-BE49-F238E27FC236}">
                <a16:creationId xmlns:a16="http://schemas.microsoft.com/office/drawing/2014/main" id="{AC4BECD1-C3A3-4EE1-AF23-B7B969BDFC86}"/>
              </a:ext>
            </a:extLst>
          </p:cNvPr>
          <p:cNvSpPr>
            <a:spLocks noGrp="1"/>
          </p:cNvSpPr>
          <p:nvPr>
            <p:ph type="sldNum" sz="quarter" idx="12"/>
          </p:nvPr>
        </p:nvSpPr>
        <p:spPr/>
        <p:txBody>
          <a:bodyPr/>
          <a:lstStyle/>
          <a:p>
            <a:fld id="{E6316B6A-336A-44FF-82DA-A4D1594FA055}" type="slidenum">
              <a:rPr lang="en-AU" smtClean="0"/>
              <a:t>‹#›</a:t>
            </a:fld>
            <a:endParaRPr lang="en-AU"/>
          </a:p>
        </p:txBody>
      </p:sp>
      <p:sp>
        <p:nvSpPr>
          <p:cNvPr id="6" name="Title 5">
            <a:extLst>
              <a:ext uri="{FF2B5EF4-FFF2-40B4-BE49-F238E27FC236}">
                <a16:creationId xmlns:a16="http://schemas.microsoft.com/office/drawing/2014/main" id="{6B921588-8EFB-4AEA-995E-48947095BB78}"/>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4157912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11781A-9133-4B2B-BBE1-07AEC1B6D6B6}"/>
              </a:ext>
            </a:extLst>
          </p:cNvPr>
          <p:cNvSpPr>
            <a:spLocks noGrp="1"/>
          </p:cNvSpPr>
          <p:nvPr>
            <p:ph type="dt" sz="half" idx="10"/>
          </p:nvPr>
        </p:nvSpPr>
        <p:spPr/>
        <p:txBody>
          <a:bodyPr/>
          <a:lstStyle/>
          <a:p>
            <a:fld id="{17C77647-23CE-4F39-8F62-A99CF673F9CA}" type="datetime1">
              <a:rPr lang="en-AU" smtClean="0"/>
              <a:t>8/09/2020</a:t>
            </a:fld>
            <a:endParaRPr lang="en-AU"/>
          </a:p>
        </p:txBody>
      </p:sp>
      <p:sp>
        <p:nvSpPr>
          <p:cNvPr id="3" name="Footer Placeholder 2">
            <a:extLst>
              <a:ext uri="{FF2B5EF4-FFF2-40B4-BE49-F238E27FC236}">
                <a16:creationId xmlns:a16="http://schemas.microsoft.com/office/drawing/2014/main" id="{D7F52EC3-9C09-446D-B2DA-292FFB5BABB5}"/>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A61A54E2-78FF-4846-A79D-8C6297C910B1}"/>
              </a:ext>
            </a:extLst>
          </p:cNvPr>
          <p:cNvSpPr>
            <a:spLocks noGrp="1"/>
          </p:cNvSpPr>
          <p:nvPr>
            <p:ph type="sldNum" sz="quarter" idx="12"/>
          </p:nvPr>
        </p:nvSpPr>
        <p:spPr/>
        <p:txBody>
          <a:bodyPr/>
          <a:lstStyle/>
          <a:p>
            <a:fld id="{E6316B6A-336A-44FF-82DA-A4D1594FA055}" type="slidenum">
              <a:rPr lang="en-AU" smtClean="0"/>
              <a:t>‹#›</a:t>
            </a:fld>
            <a:endParaRPr lang="en-AU"/>
          </a:p>
        </p:txBody>
      </p:sp>
    </p:spTree>
    <p:extLst>
      <p:ext uri="{BB962C8B-B14F-4D97-AF65-F5344CB8AC3E}">
        <p14:creationId xmlns:p14="http://schemas.microsoft.com/office/powerpoint/2010/main" val="367199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46D3C-54FA-4D0E-B9B1-16C3C0F5CA2A}"/>
              </a:ext>
            </a:extLst>
          </p:cNvPr>
          <p:cNvSpPr>
            <a:spLocks noGrp="1"/>
          </p:cNvSpPr>
          <p:nvPr>
            <p:ph type="ctrTitle"/>
          </p:nvPr>
        </p:nvSpPr>
        <p:spPr>
          <a:xfrm>
            <a:off x="2032000" y="1497013"/>
            <a:ext cx="12192000" cy="3182937"/>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3268AAB1-1C7E-4DF9-8C29-FF36D0926D7F}"/>
              </a:ext>
            </a:extLst>
          </p:cNvPr>
          <p:cNvSpPr>
            <a:spLocks noGrp="1"/>
          </p:cNvSpPr>
          <p:nvPr>
            <p:ph type="subTitle" idx="1"/>
          </p:nvPr>
        </p:nvSpPr>
        <p:spPr>
          <a:xfrm>
            <a:off x="2032000" y="4802188"/>
            <a:ext cx="12192000" cy="22082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7854ECBC-FB8F-4DB4-8751-15B9554D2D17}"/>
              </a:ext>
            </a:extLst>
          </p:cNvPr>
          <p:cNvSpPr>
            <a:spLocks noGrp="1"/>
          </p:cNvSpPr>
          <p:nvPr>
            <p:ph type="dt" sz="half" idx="10"/>
          </p:nvPr>
        </p:nvSpPr>
        <p:spPr/>
        <p:txBody>
          <a:bodyPr/>
          <a:lstStyle/>
          <a:p>
            <a:fld id="{DEEDFCFB-6F9B-4F3C-B049-956AFF4FE983}" type="datetimeFigureOut">
              <a:rPr lang="en-AU" smtClean="0"/>
              <a:t>8/09/2020</a:t>
            </a:fld>
            <a:endParaRPr lang="en-AU"/>
          </a:p>
        </p:txBody>
      </p:sp>
      <p:sp>
        <p:nvSpPr>
          <p:cNvPr id="5" name="Footer Placeholder 4">
            <a:extLst>
              <a:ext uri="{FF2B5EF4-FFF2-40B4-BE49-F238E27FC236}">
                <a16:creationId xmlns:a16="http://schemas.microsoft.com/office/drawing/2014/main" id="{123834B2-D734-4724-8378-4EB0417D7C6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58093C0-97D8-46BC-9C7B-2BF15A704657}"/>
              </a:ext>
            </a:extLst>
          </p:cNvPr>
          <p:cNvSpPr>
            <a:spLocks noGrp="1"/>
          </p:cNvSpPr>
          <p:nvPr>
            <p:ph type="sldNum" sz="quarter" idx="12"/>
          </p:nvPr>
        </p:nvSpPr>
        <p:spPr/>
        <p:txBody>
          <a:bodyPr/>
          <a:lstStyle/>
          <a:p>
            <a:fld id="{755161AF-7F6F-47C0-A60A-015B54B04F29}" type="slidenum">
              <a:rPr lang="en-AU" smtClean="0"/>
              <a:t>‹#›</a:t>
            </a:fld>
            <a:endParaRPr lang="en-AU"/>
          </a:p>
        </p:txBody>
      </p:sp>
    </p:spTree>
    <p:extLst>
      <p:ext uri="{BB962C8B-B14F-4D97-AF65-F5344CB8AC3E}">
        <p14:creationId xmlns:p14="http://schemas.microsoft.com/office/powerpoint/2010/main" val="1563601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9822F-AFB1-49C1-A2FB-3175B4E351F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E824A93-C3D7-4717-AB9D-6516DE7D05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A789BE7-FB53-4ADD-BE6A-C480879EECB5}"/>
              </a:ext>
            </a:extLst>
          </p:cNvPr>
          <p:cNvSpPr>
            <a:spLocks noGrp="1"/>
          </p:cNvSpPr>
          <p:nvPr>
            <p:ph type="dt" sz="half" idx="10"/>
          </p:nvPr>
        </p:nvSpPr>
        <p:spPr/>
        <p:txBody>
          <a:bodyPr/>
          <a:lstStyle/>
          <a:p>
            <a:fld id="{DEEDFCFB-6F9B-4F3C-B049-956AFF4FE983}" type="datetimeFigureOut">
              <a:rPr lang="en-AU" smtClean="0"/>
              <a:t>8/09/2020</a:t>
            </a:fld>
            <a:endParaRPr lang="en-AU"/>
          </a:p>
        </p:txBody>
      </p:sp>
      <p:sp>
        <p:nvSpPr>
          <p:cNvPr id="5" name="Footer Placeholder 4">
            <a:extLst>
              <a:ext uri="{FF2B5EF4-FFF2-40B4-BE49-F238E27FC236}">
                <a16:creationId xmlns:a16="http://schemas.microsoft.com/office/drawing/2014/main" id="{EE38701A-F224-41CE-8E6C-2FB74EEBE0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D83112E-9035-49E0-873C-55D91CF253C9}"/>
              </a:ext>
            </a:extLst>
          </p:cNvPr>
          <p:cNvSpPr>
            <a:spLocks noGrp="1"/>
          </p:cNvSpPr>
          <p:nvPr>
            <p:ph type="sldNum" sz="quarter" idx="12"/>
          </p:nvPr>
        </p:nvSpPr>
        <p:spPr/>
        <p:txBody>
          <a:bodyPr/>
          <a:lstStyle/>
          <a:p>
            <a:fld id="{755161AF-7F6F-47C0-A60A-015B54B04F29}" type="slidenum">
              <a:rPr lang="en-AU" smtClean="0"/>
              <a:t>‹#›</a:t>
            </a:fld>
            <a:endParaRPr lang="en-AU"/>
          </a:p>
        </p:txBody>
      </p:sp>
    </p:spTree>
    <p:extLst>
      <p:ext uri="{BB962C8B-B14F-4D97-AF65-F5344CB8AC3E}">
        <p14:creationId xmlns:p14="http://schemas.microsoft.com/office/powerpoint/2010/main" val="28604858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2AE02-2A19-45FF-9847-5A0B1A91D2AF}"/>
              </a:ext>
            </a:extLst>
          </p:cNvPr>
          <p:cNvSpPr>
            <a:spLocks noGrp="1"/>
          </p:cNvSpPr>
          <p:nvPr>
            <p:ph type="title"/>
          </p:nvPr>
        </p:nvSpPr>
        <p:spPr>
          <a:xfrm>
            <a:off x="1109663" y="2279650"/>
            <a:ext cx="14020800" cy="3803650"/>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D43B351F-8047-4539-8B7C-17852DBA57BA}"/>
              </a:ext>
            </a:extLst>
          </p:cNvPr>
          <p:cNvSpPr>
            <a:spLocks noGrp="1"/>
          </p:cNvSpPr>
          <p:nvPr>
            <p:ph type="body" idx="1"/>
          </p:nvPr>
        </p:nvSpPr>
        <p:spPr>
          <a:xfrm>
            <a:off x="1109663" y="6119813"/>
            <a:ext cx="14020800" cy="2000250"/>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A87DB2-0EC0-4158-BD85-830AA6FAEA2F}"/>
              </a:ext>
            </a:extLst>
          </p:cNvPr>
          <p:cNvSpPr>
            <a:spLocks noGrp="1"/>
          </p:cNvSpPr>
          <p:nvPr>
            <p:ph type="dt" sz="half" idx="10"/>
          </p:nvPr>
        </p:nvSpPr>
        <p:spPr/>
        <p:txBody>
          <a:bodyPr/>
          <a:lstStyle/>
          <a:p>
            <a:fld id="{DEEDFCFB-6F9B-4F3C-B049-956AFF4FE983}" type="datetimeFigureOut">
              <a:rPr lang="en-AU" smtClean="0"/>
              <a:t>8/09/2020</a:t>
            </a:fld>
            <a:endParaRPr lang="en-AU"/>
          </a:p>
        </p:txBody>
      </p:sp>
      <p:sp>
        <p:nvSpPr>
          <p:cNvPr id="5" name="Footer Placeholder 4">
            <a:extLst>
              <a:ext uri="{FF2B5EF4-FFF2-40B4-BE49-F238E27FC236}">
                <a16:creationId xmlns:a16="http://schemas.microsoft.com/office/drawing/2014/main" id="{D02382A4-B0B5-48D4-A734-17E73EC8CE6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CD793A9-8910-4BFC-AE6A-8AD5796A8327}"/>
              </a:ext>
            </a:extLst>
          </p:cNvPr>
          <p:cNvSpPr>
            <a:spLocks noGrp="1"/>
          </p:cNvSpPr>
          <p:nvPr>
            <p:ph type="sldNum" sz="quarter" idx="12"/>
          </p:nvPr>
        </p:nvSpPr>
        <p:spPr/>
        <p:txBody>
          <a:bodyPr/>
          <a:lstStyle/>
          <a:p>
            <a:fld id="{755161AF-7F6F-47C0-A60A-015B54B04F29}" type="slidenum">
              <a:rPr lang="en-AU" smtClean="0"/>
              <a:t>‹#›</a:t>
            </a:fld>
            <a:endParaRPr lang="en-AU"/>
          </a:p>
        </p:txBody>
      </p:sp>
    </p:spTree>
    <p:extLst>
      <p:ext uri="{BB962C8B-B14F-4D97-AF65-F5344CB8AC3E}">
        <p14:creationId xmlns:p14="http://schemas.microsoft.com/office/powerpoint/2010/main" val="26948760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9EC34-801F-4E46-A843-0A9CF3915B7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D41B017-F71D-4C39-B9BE-5613F2B4B75B}"/>
              </a:ext>
            </a:extLst>
          </p:cNvPr>
          <p:cNvSpPr>
            <a:spLocks noGrp="1"/>
          </p:cNvSpPr>
          <p:nvPr>
            <p:ph sz="half" idx="1"/>
          </p:nvPr>
        </p:nvSpPr>
        <p:spPr>
          <a:xfrm>
            <a:off x="1117600" y="2433638"/>
            <a:ext cx="6934200" cy="580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2DDC5457-B379-45E9-987A-91501D816F00}"/>
              </a:ext>
            </a:extLst>
          </p:cNvPr>
          <p:cNvSpPr>
            <a:spLocks noGrp="1"/>
          </p:cNvSpPr>
          <p:nvPr>
            <p:ph sz="half" idx="2"/>
          </p:nvPr>
        </p:nvSpPr>
        <p:spPr>
          <a:xfrm>
            <a:off x="8204200" y="2433638"/>
            <a:ext cx="6934200" cy="580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7B6D4C9C-FA71-4F16-B9EE-C00FAB08A49D}"/>
              </a:ext>
            </a:extLst>
          </p:cNvPr>
          <p:cNvSpPr>
            <a:spLocks noGrp="1"/>
          </p:cNvSpPr>
          <p:nvPr>
            <p:ph type="dt" sz="half" idx="10"/>
          </p:nvPr>
        </p:nvSpPr>
        <p:spPr/>
        <p:txBody>
          <a:bodyPr/>
          <a:lstStyle/>
          <a:p>
            <a:fld id="{DEEDFCFB-6F9B-4F3C-B049-956AFF4FE983}" type="datetimeFigureOut">
              <a:rPr lang="en-AU" smtClean="0"/>
              <a:t>8/09/2020</a:t>
            </a:fld>
            <a:endParaRPr lang="en-AU"/>
          </a:p>
        </p:txBody>
      </p:sp>
      <p:sp>
        <p:nvSpPr>
          <p:cNvPr id="6" name="Footer Placeholder 5">
            <a:extLst>
              <a:ext uri="{FF2B5EF4-FFF2-40B4-BE49-F238E27FC236}">
                <a16:creationId xmlns:a16="http://schemas.microsoft.com/office/drawing/2014/main" id="{3CE8EB33-91B7-47DC-8371-4B7B72B499E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6B8463D-ED4A-4FAE-99E3-A17AADB160B8}"/>
              </a:ext>
            </a:extLst>
          </p:cNvPr>
          <p:cNvSpPr>
            <a:spLocks noGrp="1"/>
          </p:cNvSpPr>
          <p:nvPr>
            <p:ph type="sldNum" sz="quarter" idx="12"/>
          </p:nvPr>
        </p:nvSpPr>
        <p:spPr/>
        <p:txBody>
          <a:bodyPr/>
          <a:lstStyle/>
          <a:p>
            <a:fld id="{755161AF-7F6F-47C0-A60A-015B54B04F29}" type="slidenum">
              <a:rPr lang="en-AU" smtClean="0"/>
              <a:t>‹#›</a:t>
            </a:fld>
            <a:endParaRPr lang="en-AU"/>
          </a:p>
        </p:txBody>
      </p:sp>
    </p:spTree>
    <p:extLst>
      <p:ext uri="{BB962C8B-B14F-4D97-AF65-F5344CB8AC3E}">
        <p14:creationId xmlns:p14="http://schemas.microsoft.com/office/powerpoint/2010/main" val="41164116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B12ED-7561-4402-A8DA-64698753691E}"/>
              </a:ext>
            </a:extLst>
          </p:cNvPr>
          <p:cNvSpPr>
            <a:spLocks noGrp="1"/>
          </p:cNvSpPr>
          <p:nvPr>
            <p:ph type="title"/>
          </p:nvPr>
        </p:nvSpPr>
        <p:spPr>
          <a:xfrm>
            <a:off x="1119188" y="487363"/>
            <a:ext cx="14020800" cy="1766887"/>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57338D1-0ED7-46ED-8421-F6BD6588D132}"/>
              </a:ext>
            </a:extLst>
          </p:cNvPr>
          <p:cNvSpPr>
            <a:spLocks noGrp="1"/>
          </p:cNvSpPr>
          <p:nvPr>
            <p:ph type="body" idx="1"/>
          </p:nvPr>
        </p:nvSpPr>
        <p:spPr>
          <a:xfrm>
            <a:off x="1119188" y="2241550"/>
            <a:ext cx="6877050" cy="10985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5C7CBB-A5A1-4109-923C-D78CACF0A939}"/>
              </a:ext>
            </a:extLst>
          </p:cNvPr>
          <p:cNvSpPr>
            <a:spLocks noGrp="1"/>
          </p:cNvSpPr>
          <p:nvPr>
            <p:ph sz="half" idx="2"/>
          </p:nvPr>
        </p:nvSpPr>
        <p:spPr>
          <a:xfrm>
            <a:off x="1119188" y="3340100"/>
            <a:ext cx="6877050" cy="4913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B1C9CB6C-1D4B-4E50-A5CA-BEBB43DBE6B6}"/>
              </a:ext>
            </a:extLst>
          </p:cNvPr>
          <p:cNvSpPr>
            <a:spLocks noGrp="1"/>
          </p:cNvSpPr>
          <p:nvPr>
            <p:ph type="body" sz="quarter" idx="3"/>
          </p:nvPr>
        </p:nvSpPr>
        <p:spPr>
          <a:xfrm>
            <a:off x="8229600" y="2241550"/>
            <a:ext cx="6910388" cy="10985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B602B1-2DCA-4DFE-93AD-9C749DC29A66}"/>
              </a:ext>
            </a:extLst>
          </p:cNvPr>
          <p:cNvSpPr>
            <a:spLocks noGrp="1"/>
          </p:cNvSpPr>
          <p:nvPr>
            <p:ph sz="quarter" idx="4"/>
          </p:nvPr>
        </p:nvSpPr>
        <p:spPr>
          <a:xfrm>
            <a:off x="8229600" y="3340100"/>
            <a:ext cx="6910388" cy="4913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FAE1F416-F70F-44BA-9C17-BDD53BFEFA09}"/>
              </a:ext>
            </a:extLst>
          </p:cNvPr>
          <p:cNvSpPr>
            <a:spLocks noGrp="1"/>
          </p:cNvSpPr>
          <p:nvPr>
            <p:ph type="dt" sz="half" idx="10"/>
          </p:nvPr>
        </p:nvSpPr>
        <p:spPr/>
        <p:txBody>
          <a:bodyPr/>
          <a:lstStyle/>
          <a:p>
            <a:fld id="{DEEDFCFB-6F9B-4F3C-B049-956AFF4FE983}" type="datetimeFigureOut">
              <a:rPr lang="en-AU" smtClean="0"/>
              <a:t>8/09/2020</a:t>
            </a:fld>
            <a:endParaRPr lang="en-AU"/>
          </a:p>
        </p:txBody>
      </p:sp>
      <p:sp>
        <p:nvSpPr>
          <p:cNvPr id="8" name="Footer Placeholder 7">
            <a:extLst>
              <a:ext uri="{FF2B5EF4-FFF2-40B4-BE49-F238E27FC236}">
                <a16:creationId xmlns:a16="http://schemas.microsoft.com/office/drawing/2014/main" id="{E5021885-0BA7-4771-8C78-18384466609A}"/>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C9318ED-AF1F-44C6-8B02-11F63EB32D82}"/>
              </a:ext>
            </a:extLst>
          </p:cNvPr>
          <p:cNvSpPr>
            <a:spLocks noGrp="1"/>
          </p:cNvSpPr>
          <p:nvPr>
            <p:ph type="sldNum" sz="quarter" idx="12"/>
          </p:nvPr>
        </p:nvSpPr>
        <p:spPr/>
        <p:txBody>
          <a:bodyPr/>
          <a:lstStyle/>
          <a:p>
            <a:fld id="{755161AF-7F6F-47C0-A60A-015B54B04F29}" type="slidenum">
              <a:rPr lang="en-AU" smtClean="0"/>
              <a:t>‹#›</a:t>
            </a:fld>
            <a:endParaRPr lang="en-AU"/>
          </a:p>
        </p:txBody>
      </p:sp>
    </p:spTree>
    <p:extLst>
      <p:ext uri="{BB962C8B-B14F-4D97-AF65-F5344CB8AC3E}">
        <p14:creationId xmlns:p14="http://schemas.microsoft.com/office/powerpoint/2010/main" val="20350477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47FDA-2198-49B7-9561-76457E59AD31}"/>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5DFB053C-07DC-4A75-AA2A-D07DBDC3FF6A}"/>
              </a:ext>
            </a:extLst>
          </p:cNvPr>
          <p:cNvSpPr>
            <a:spLocks noGrp="1"/>
          </p:cNvSpPr>
          <p:nvPr>
            <p:ph type="dt" sz="half" idx="10"/>
          </p:nvPr>
        </p:nvSpPr>
        <p:spPr/>
        <p:txBody>
          <a:bodyPr/>
          <a:lstStyle/>
          <a:p>
            <a:fld id="{DEEDFCFB-6F9B-4F3C-B049-956AFF4FE983}" type="datetimeFigureOut">
              <a:rPr lang="en-AU" smtClean="0"/>
              <a:t>8/09/2020</a:t>
            </a:fld>
            <a:endParaRPr lang="en-AU"/>
          </a:p>
        </p:txBody>
      </p:sp>
      <p:sp>
        <p:nvSpPr>
          <p:cNvPr id="4" name="Footer Placeholder 3">
            <a:extLst>
              <a:ext uri="{FF2B5EF4-FFF2-40B4-BE49-F238E27FC236}">
                <a16:creationId xmlns:a16="http://schemas.microsoft.com/office/drawing/2014/main" id="{8670C53E-9886-48B6-B005-CB6D5DA5F996}"/>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9B9FC531-4191-41E5-99A1-DC63873F0F3F}"/>
              </a:ext>
            </a:extLst>
          </p:cNvPr>
          <p:cNvSpPr>
            <a:spLocks noGrp="1"/>
          </p:cNvSpPr>
          <p:nvPr>
            <p:ph type="sldNum" sz="quarter" idx="12"/>
          </p:nvPr>
        </p:nvSpPr>
        <p:spPr/>
        <p:txBody>
          <a:bodyPr/>
          <a:lstStyle/>
          <a:p>
            <a:fld id="{755161AF-7F6F-47C0-A60A-015B54B04F29}" type="slidenum">
              <a:rPr lang="en-AU" smtClean="0"/>
              <a:t>‹#›</a:t>
            </a:fld>
            <a:endParaRPr lang="en-AU"/>
          </a:p>
        </p:txBody>
      </p:sp>
    </p:spTree>
    <p:extLst>
      <p:ext uri="{BB962C8B-B14F-4D97-AF65-F5344CB8AC3E}">
        <p14:creationId xmlns:p14="http://schemas.microsoft.com/office/powerpoint/2010/main" val="7736212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FE4B40-D9C8-4197-A1AF-808B16359FF2}"/>
              </a:ext>
            </a:extLst>
          </p:cNvPr>
          <p:cNvSpPr>
            <a:spLocks noGrp="1"/>
          </p:cNvSpPr>
          <p:nvPr>
            <p:ph type="dt" sz="half" idx="10"/>
          </p:nvPr>
        </p:nvSpPr>
        <p:spPr/>
        <p:txBody>
          <a:bodyPr/>
          <a:lstStyle/>
          <a:p>
            <a:fld id="{DEEDFCFB-6F9B-4F3C-B049-956AFF4FE983}" type="datetimeFigureOut">
              <a:rPr lang="en-AU" smtClean="0"/>
              <a:t>8/09/2020</a:t>
            </a:fld>
            <a:endParaRPr lang="en-AU"/>
          </a:p>
        </p:txBody>
      </p:sp>
      <p:sp>
        <p:nvSpPr>
          <p:cNvPr id="3" name="Footer Placeholder 2">
            <a:extLst>
              <a:ext uri="{FF2B5EF4-FFF2-40B4-BE49-F238E27FC236}">
                <a16:creationId xmlns:a16="http://schemas.microsoft.com/office/drawing/2014/main" id="{EB82A0E8-1606-493B-9A0E-4B56BEC6C87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581A1AA7-B0D6-4F86-86EC-28E61C9574E5}"/>
              </a:ext>
            </a:extLst>
          </p:cNvPr>
          <p:cNvSpPr>
            <a:spLocks noGrp="1"/>
          </p:cNvSpPr>
          <p:nvPr>
            <p:ph type="sldNum" sz="quarter" idx="12"/>
          </p:nvPr>
        </p:nvSpPr>
        <p:spPr/>
        <p:txBody>
          <a:bodyPr/>
          <a:lstStyle/>
          <a:p>
            <a:fld id="{755161AF-7F6F-47C0-A60A-015B54B04F29}" type="slidenum">
              <a:rPr lang="en-AU" smtClean="0"/>
              <a:t>‹#›</a:t>
            </a:fld>
            <a:endParaRPr lang="en-AU"/>
          </a:p>
        </p:txBody>
      </p:sp>
    </p:spTree>
    <p:extLst>
      <p:ext uri="{BB962C8B-B14F-4D97-AF65-F5344CB8AC3E}">
        <p14:creationId xmlns:p14="http://schemas.microsoft.com/office/powerpoint/2010/main" val="1425400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E2BEA-88F8-476F-93B5-E39879F89361}"/>
              </a:ext>
            </a:extLst>
          </p:cNvPr>
          <p:cNvSpPr>
            <a:spLocks noGrp="1"/>
          </p:cNvSpPr>
          <p:nvPr>
            <p:ph type="title"/>
          </p:nvPr>
        </p:nvSpPr>
        <p:spPr>
          <a:xfrm>
            <a:off x="1119188" y="609600"/>
            <a:ext cx="5243512" cy="21336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96F48B30-479B-4702-B87A-7C1AC4BA7482}"/>
              </a:ext>
            </a:extLst>
          </p:cNvPr>
          <p:cNvSpPr>
            <a:spLocks noGrp="1"/>
          </p:cNvSpPr>
          <p:nvPr>
            <p:ph idx="1"/>
          </p:nvPr>
        </p:nvSpPr>
        <p:spPr>
          <a:xfrm>
            <a:off x="6910388" y="1316038"/>
            <a:ext cx="8229600" cy="64992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8FB9CA2A-DD2F-466A-950D-A3969223F1FD}"/>
              </a:ext>
            </a:extLst>
          </p:cNvPr>
          <p:cNvSpPr>
            <a:spLocks noGrp="1"/>
          </p:cNvSpPr>
          <p:nvPr>
            <p:ph type="body" sz="half" idx="2"/>
          </p:nvPr>
        </p:nvSpPr>
        <p:spPr>
          <a:xfrm>
            <a:off x="1119188" y="2743200"/>
            <a:ext cx="5243512" cy="508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9338F7-079E-4F22-9BB3-1EA8D1CD2634}"/>
              </a:ext>
            </a:extLst>
          </p:cNvPr>
          <p:cNvSpPr>
            <a:spLocks noGrp="1"/>
          </p:cNvSpPr>
          <p:nvPr>
            <p:ph type="dt" sz="half" idx="10"/>
          </p:nvPr>
        </p:nvSpPr>
        <p:spPr/>
        <p:txBody>
          <a:bodyPr/>
          <a:lstStyle/>
          <a:p>
            <a:fld id="{DEEDFCFB-6F9B-4F3C-B049-956AFF4FE983}" type="datetimeFigureOut">
              <a:rPr lang="en-AU" smtClean="0"/>
              <a:t>8/09/2020</a:t>
            </a:fld>
            <a:endParaRPr lang="en-AU"/>
          </a:p>
        </p:txBody>
      </p:sp>
      <p:sp>
        <p:nvSpPr>
          <p:cNvPr id="6" name="Footer Placeholder 5">
            <a:extLst>
              <a:ext uri="{FF2B5EF4-FFF2-40B4-BE49-F238E27FC236}">
                <a16:creationId xmlns:a16="http://schemas.microsoft.com/office/drawing/2014/main" id="{D95AF1C2-4321-4A4D-9250-67943D7DB2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8F5870C-AF52-4327-9E0C-ADAB64EEDF65}"/>
              </a:ext>
            </a:extLst>
          </p:cNvPr>
          <p:cNvSpPr>
            <a:spLocks noGrp="1"/>
          </p:cNvSpPr>
          <p:nvPr>
            <p:ph type="sldNum" sz="quarter" idx="12"/>
          </p:nvPr>
        </p:nvSpPr>
        <p:spPr/>
        <p:txBody>
          <a:bodyPr/>
          <a:lstStyle/>
          <a:p>
            <a:fld id="{755161AF-7F6F-47C0-A60A-015B54B04F29}" type="slidenum">
              <a:rPr lang="en-AU" smtClean="0"/>
              <a:t>‹#›</a:t>
            </a:fld>
            <a:endParaRPr lang="en-AU"/>
          </a:p>
        </p:txBody>
      </p:sp>
    </p:spTree>
    <p:extLst>
      <p:ext uri="{BB962C8B-B14F-4D97-AF65-F5344CB8AC3E}">
        <p14:creationId xmlns:p14="http://schemas.microsoft.com/office/powerpoint/2010/main" val="42123585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3B15E-25EF-4422-9F4D-7C2EC809E459}"/>
              </a:ext>
            </a:extLst>
          </p:cNvPr>
          <p:cNvSpPr>
            <a:spLocks noGrp="1"/>
          </p:cNvSpPr>
          <p:nvPr>
            <p:ph type="title"/>
          </p:nvPr>
        </p:nvSpPr>
        <p:spPr>
          <a:xfrm>
            <a:off x="1119188" y="609600"/>
            <a:ext cx="5243512" cy="21336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1F95521-2FCA-4728-B0BE-D0DC0427E0DB}"/>
              </a:ext>
            </a:extLst>
          </p:cNvPr>
          <p:cNvSpPr>
            <a:spLocks noGrp="1"/>
          </p:cNvSpPr>
          <p:nvPr>
            <p:ph type="pic" idx="1"/>
          </p:nvPr>
        </p:nvSpPr>
        <p:spPr>
          <a:xfrm>
            <a:off x="6910388" y="1316038"/>
            <a:ext cx="8229600" cy="64992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B18E36D-520F-4171-AEFE-8B1099E3EF38}"/>
              </a:ext>
            </a:extLst>
          </p:cNvPr>
          <p:cNvSpPr>
            <a:spLocks noGrp="1"/>
          </p:cNvSpPr>
          <p:nvPr>
            <p:ph type="body" sz="half" idx="2"/>
          </p:nvPr>
        </p:nvSpPr>
        <p:spPr>
          <a:xfrm>
            <a:off x="1119188" y="2743200"/>
            <a:ext cx="5243512" cy="508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EFECB9-24D6-407B-B7C0-D0402C53E583}"/>
              </a:ext>
            </a:extLst>
          </p:cNvPr>
          <p:cNvSpPr>
            <a:spLocks noGrp="1"/>
          </p:cNvSpPr>
          <p:nvPr>
            <p:ph type="dt" sz="half" idx="10"/>
          </p:nvPr>
        </p:nvSpPr>
        <p:spPr/>
        <p:txBody>
          <a:bodyPr/>
          <a:lstStyle/>
          <a:p>
            <a:fld id="{DEEDFCFB-6F9B-4F3C-B049-956AFF4FE983}" type="datetimeFigureOut">
              <a:rPr lang="en-AU" smtClean="0"/>
              <a:t>8/09/2020</a:t>
            </a:fld>
            <a:endParaRPr lang="en-AU"/>
          </a:p>
        </p:txBody>
      </p:sp>
      <p:sp>
        <p:nvSpPr>
          <p:cNvPr id="6" name="Footer Placeholder 5">
            <a:extLst>
              <a:ext uri="{FF2B5EF4-FFF2-40B4-BE49-F238E27FC236}">
                <a16:creationId xmlns:a16="http://schemas.microsoft.com/office/drawing/2014/main" id="{FDA217FF-4BC9-45EE-9033-C4F95DD8EDB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5CF2952-6655-46FC-9126-56E90472C94E}"/>
              </a:ext>
            </a:extLst>
          </p:cNvPr>
          <p:cNvSpPr>
            <a:spLocks noGrp="1"/>
          </p:cNvSpPr>
          <p:nvPr>
            <p:ph type="sldNum" sz="quarter" idx="12"/>
          </p:nvPr>
        </p:nvSpPr>
        <p:spPr/>
        <p:txBody>
          <a:bodyPr/>
          <a:lstStyle/>
          <a:p>
            <a:fld id="{755161AF-7F6F-47C0-A60A-015B54B04F29}" type="slidenum">
              <a:rPr lang="en-AU" smtClean="0"/>
              <a:t>‹#›</a:t>
            </a:fld>
            <a:endParaRPr lang="en-AU"/>
          </a:p>
        </p:txBody>
      </p:sp>
    </p:spTree>
    <p:extLst>
      <p:ext uri="{BB962C8B-B14F-4D97-AF65-F5344CB8AC3E}">
        <p14:creationId xmlns:p14="http://schemas.microsoft.com/office/powerpoint/2010/main" val="22040343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100C1-B46E-45D3-B604-E6BC22158670}"/>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259C30C-7252-40AA-965A-69D5ED2BE3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F203047-F075-4264-902B-BBAB84ACBF37}"/>
              </a:ext>
            </a:extLst>
          </p:cNvPr>
          <p:cNvSpPr>
            <a:spLocks noGrp="1"/>
          </p:cNvSpPr>
          <p:nvPr>
            <p:ph type="dt" sz="half" idx="10"/>
          </p:nvPr>
        </p:nvSpPr>
        <p:spPr/>
        <p:txBody>
          <a:bodyPr/>
          <a:lstStyle/>
          <a:p>
            <a:fld id="{DEEDFCFB-6F9B-4F3C-B049-956AFF4FE983}" type="datetimeFigureOut">
              <a:rPr lang="en-AU" smtClean="0"/>
              <a:t>8/09/2020</a:t>
            </a:fld>
            <a:endParaRPr lang="en-AU"/>
          </a:p>
        </p:txBody>
      </p:sp>
      <p:sp>
        <p:nvSpPr>
          <p:cNvPr id="5" name="Footer Placeholder 4">
            <a:extLst>
              <a:ext uri="{FF2B5EF4-FFF2-40B4-BE49-F238E27FC236}">
                <a16:creationId xmlns:a16="http://schemas.microsoft.com/office/drawing/2014/main" id="{4F26045C-D302-4F71-B96D-330DBD6F04D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7E5B003-8869-4E0E-86B7-AE3CEA5FCC1C}"/>
              </a:ext>
            </a:extLst>
          </p:cNvPr>
          <p:cNvSpPr>
            <a:spLocks noGrp="1"/>
          </p:cNvSpPr>
          <p:nvPr>
            <p:ph type="sldNum" sz="quarter" idx="12"/>
          </p:nvPr>
        </p:nvSpPr>
        <p:spPr/>
        <p:txBody>
          <a:bodyPr/>
          <a:lstStyle/>
          <a:p>
            <a:fld id="{755161AF-7F6F-47C0-A60A-015B54B04F29}" type="slidenum">
              <a:rPr lang="en-AU" smtClean="0"/>
              <a:t>‹#›</a:t>
            </a:fld>
            <a:endParaRPr lang="en-AU"/>
          </a:p>
        </p:txBody>
      </p:sp>
    </p:spTree>
    <p:extLst>
      <p:ext uri="{BB962C8B-B14F-4D97-AF65-F5344CB8AC3E}">
        <p14:creationId xmlns:p14="http://schemas.microsoft.com/office/powerpoint/2010/main" val="24822930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6DC651-9299-47F9-8178-B14CC1433E7F}"/>
              </a:ext>
            </a:extLst>
          </p:cNvPr>
          <p:cNvSpPr>
            <a:spLocks noGrp="1"/>
          </p:cNvSpPr>
          <p:nvPr>
            <p:ph type="title" orient="vert"/>
          </p:nvPr>
        </p:nvSpPr>
        <p:spPr>
          <a:xfrm>
            <a:off x="11633200" y="487363"/>
            <a:ext cx="3505200" cy="7748587"/>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E0D84BE-7322-42DE-8950-3B7E31CE4C01}"/>
              </a:ext>
            </a:extLst>
          </p:cNvPr>
          <p:cNvSpPr>
            <a:spLocks noGrp="1"/>
          </p:cNvSpPr>
          <p:nvPr>
            <p:ph type="body" orient="vert" idx="1"/>
          </p:nvPr>
        </p:nvSpPr>
        <p:spPr>
          <a:xfrm>
            <a:off x="1117600" y="487363"/>
            <a:ext cx="10363200" cy="77485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F473E19-7E25-43B1-9E1D-76A282FBBECF}"/>
              </a:ext>
            </a:extLst>
          </p:cNvPr>
          <p:cNvSpPr>
            <a:spLocks noGrp="1"/>
          </p:cNvSpPr>
          <p:nvPr>
            <p:ph type="dt" sz="half" idx="10"/>
          </p:nvPr>
        </p:nvSpPr>
        <p:spPr/>
        <p:txBody>
          <a:bodyPr/>
          <a:lstStyle/>
          <a:p>
            <a:fld id="{DEEDFCFB-6F9B-4F3C-B049-956AFF4FE983}" type="datetimeFigureOut">
              <a:rPr lang="en-AU" smtClean="0"/>
              <a:t>8/09/2020</a:t>
            </a:fld>
            <a:endParaRPr lang="en-AU"/>
          </a:p>
        </p:txBody>
      </p:sp>
      <p:sp>
        <p:nvSpPr>
          <p:cNvPr id="5" name="Footer Placeholder 4">
            <a:extLst>
              <a:ext uri="{FF2B5EF4-FFF2-40B4-BE49-F238E27FC236}">
                <a16:creationId xmlns:a16="http://schemas.microsoft.com/office/drawing/2014/main" id="{CA85D54B-A578-4637-B7B9-232C3F11F87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17C37CA-81E7-4D42-8DF5-EED464C6BF16}"/>
              </a:ext>
            </a:extLst>
          </p:cNvPr>
          <p:cNvSpPr>
            <a:spLocks noGrp="1"/>
          </p:cNvSpPr>
          <p:nvPr>
            <p:ph type="sldNum" sz="quarter" idx="12"/>
          </p:nvPr>
        </p:nvSpPr>
        <p:spPr/>
        <p:txBody>
          <a:bodyPr/>
          <a:lstStyle/>
          <a:p>
            <a:fld id="{755161AF-7F6F-47C0-A60A-015B54B04F29}" type="slidenum">
              <a:rPr lang="en-AU" smtClean="0"/>
              <a:t>‹#›</a:t>
            </a:fld>
            <a:endParaRPr lang="en-AU"/>
          </a:p>
        </p:txBody>
      </p:sp>
    </p:spTree>
    <p:extLst>
      <p:ext uri="{BB962C8B-B14F-4D97-AF65-F5344CB8AC3E}">
        <p14:creationId xmlns:p14="http://schemas.microsoft.com/office/powerpoint/2010/main" val="41151495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DFCC475-6D80-49AE-8FE0-C2D4253360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1" y="0"/>
            <a:ext cx="16255017" cy="8177801"/>
          </a:xfrm>
          <a:prstGeom prst="rect">
            <a:avLst/>
          </a:prstGeom>
        </p:spPr>
      </p:pic>
      <p:sp>
        <p:nvSpPr>
          <p:cNvPr id="2" name="Title 1">
            <a:extLst>
              <a:ext uri="{FF2B5EF4-FFF2-40B4-BE49-F238E27FC236}">
                <a16:creationId xmlns:a16="http://schemas.microsoft.com/office/drawing/2014/main" id="{220C94FB-906D-4B98-84AA-3F23946F813F}"/>
              </a:ext>
            </a:extLst>
          </p:cNvPr>
          <p:cNvSpPr>
            <a:spLocks noGrp="1"/>
          </p:cNvSpPr>
          <p:nvPr>
            <p:ph type="title" hasCustomPrompt="1"/>
          </p:nvPr>
        </p:nvSpPr>
        <p:spPr>
          <a:xfrm>
            <a:off x="964800" y="4006850"/>
            <a:ext cx="7163200" cy="3263900"/>
          </a:xfrm>
        </p:spPr>
        <p:txBody>
          <a:bodyPr anchor="t" anchorCtr="0"/>
          <a:lstStyle>
            <a:lvl1pPr>
              <a:lnSpc>
                <a:spcPct val="80000"/>
              </a:lnSpc>
              <a:defRPr sz="8500" b="1">
                <a:solidFill>
                  <a:schemeClr val="accent2"/>
                </a:solidFill>
                <a:latin typeface="+mj-lt"/>
                <a:cs typeface="Times New Roman" panose="02020603050405020304" pitchFamily="18" charset="0"/>
              </a:defRPr>
            </a:lvl1pPr>
          </a:lstStyle>
          <a:p>
            <a:r>
              <a:rPr lang="en-US"/>
              <a:t>Click to add section title</a:t>
            </a:r>
            <a:endParaRPr lang="en-AU"/>
          </a:p>
        </p:txBody>
      </p:sp>
      <p:sp>
        <p:nvSpPr>
          <p:cNvPr id="4" name="Date Placeholder 3">
            <a:extLst>
              <a:ext uri="{FF2B5EF4-FFF2-40B4-BE49-F238E27FC236}">
                <a16:creationId xmlns:a16="http://schemas.microsoft.com/office/drawing/2014/main" id="{BA63A3F9-E9DD-4EE6-AE2A-1BBBFE4A265F}"/>
              </a:ext>
            </a:extLst>
          </p:cNvPr>
          <p:cNvSpPr>
            <a:spLocks noGrp="1"/>
          </p:cNvSpPr>
          <p:nvPr>
            <p:ph type="dt" sz="half" idx="10"/>
          </p:nvPr>
        </p:nvSpPr>
        <p:spPr/>
        <p:txBody>
          <a:bodyPr/>
          <a:lstStyle/>
          <a:p>
            <a:fld id="{D36F41B7-E8DF-4534-9903-F08332B9CB7F}" type="datetime1">
              <a:rPr lang="en-AU" smtClean="0"/>
              <a:t>8/09/2020</a:t>
            </a:fld>
            <a:endParaRPr lang="en-AU"/>
          </a:p>
        </p:txBody>
      </p:sp>
      <p:sp>
        <p:nvSpPr>
          <p:cNvPr id="5" name="Footer Placeholder 4">
            <a:extLst>
              <a:ext uri="{FF2B5EF4-FFF2-40B4-BE49-F238E27FC236}">
                <a16:creationId xmlns:a16="http://schemas.microsoft.com/office/drawing/2014/main" id="{E9C9F093-0828-4E96-BB72-CF60053050E3}"/>
              </a:ext>
            </a:extLst>
          </p:cNvPr>
          <p:cNvSpPr>
            <a:spLocks noGrp="1"/>
          </p:cNvSpPr>
          <p:nvPr>
            <p:ph type="ftr" sz="quarter" idx="11"/>
          </p:nvPr>
        </p:nvSpPr>
        <p:spPr/>
        <p:txBody>
          <a:bodyPr/>
          <a:lstStyle/>
          <a:p>
            <a:r>
              <a:rPr lang="en-AU"/>
              <a:t>© Beyond Blue Ltd</a:t>
            </a:r>
          </a:p>
        </p:txBody>
      </p:sp>
      <p:sp>
        <p:nvSpPr>
          <p:cNvPr id="6" name="Slide Number Placeholder 5">
            <a:extLst>
              <a:ext uri="{FF2B5EF4-FFF2-40B4-BE49-F238E27FC236}">
                <a16:creationId xmlns:a16="http://schemas.microsoft.com/office/drawing/2014/main" id="{E50F82A5-9DB4-4E16-A622-F049FB37C7F3}"/>
              </a:ext>
            </a:extLst>
          </p:cNvPr>
          <p:cNvSpPr>
            <a:spLocks noGrp="1"/>
          </p:cNvSpPr>
          <p:nvPr>
            <p:ph type="sldNum" sz="quarter" idx="12"/>
          </p:nvPr>
        </p:nvSpPr>
        <p:spPr/>
        <p:txBody>
          <a:bodyPr/>
          <a:lstStyle/>
          <a:p>
            <a:fld id="{E6316B6A-336A-44FF-82DA-A4D1594FA055}" type="slidenum">
              <a:rPr lang="en-AU" smtClean="0"/>
              <a:t>‹#›</a:t>
            </a:fld>
            <a:endParaRPr lang="en-AU"/>
          </a:p>
        </p:txBody>
      </p:sp>
    </p:spTree>
    <p:extLst>
      <p:ext uri="{BB962C8B-B14F-4D97-AF65-F5344CB8AC3E}">
        <p14:creationId xmlns:p14="http://schemas.microsoft.com/office/powerpoint/2010/main" val="2997639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447B28C-C23B-4438-ADC1-139B556125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1" y="0"/>
            <a:ext cx="16255017" cy="8177801"/>
          </a:xfrm>
          <a:prstGeom prst="rect">
            <a:avLst/>
          </a:prstGeom>
        </p:spPr>
      </p:pic>
      <p:sp>
        <p:nvSpPr>
          <p:cNvPr id="2" name="Title 1">
            <a:extLst>
              <a:ext uri="{FF2B5EF4-FFF2-40B4-BE49-F238E27FC236}">
                <a16:creationId xmlns:a16="http://schemas.microsoft.com/office/drawing/2014/main" id="{220C94FB-906D-4B98-84AA-3F23946F813F}"/>
              </a:ext>
            </a:extLst>
          </p:cNvPr>
          <p:cNvSpPr>
            <a:spLocks noGrp="1"/>
          </p:cNvSpPr>
          <p:nvPr>
            <p:ph type="title" hasCustomPrompt="1"/>
          </p:nvPr>
        </p:nvSpPr>
        <p:spPr>
          <a:xfrm>
            <a:off x="964800" y="4006850"/>
            <a:ext cx="7163200" cy="3263900"/>
          </a:xfrm>
        </p:spPr>
        <p:txBody>
          <a:bodyPr anchor="t" anchorCtr="0"/>
          <a:lstStyle>
            <a:lvl1pPr>
              <a:lnSpc>
                <a:spcPct val="80000"/>
              </a:lnSpc>
              <a:defRPr sz="8500" b="1">
                <a:solidFill>
                  <a:schemeClr val="bg1"/>
                </a:solidFill>
                <a:latin typeface="+mj-lt"/>
                <a:cs typeface="Times New Roman" panose="02020603050405020304" pitchFamily="18" charset="0"/>
              </a:defRPr>
            </a:lvl1pPr>
          </a:lstStyle>
          <a:p>
            <a:r>
              <a:rPr lang="en-US"/>
              <a:t>Click to add section title</a:t>
            </a:r>
            <a:endParaRPr lang="en-AU"/>
          </a:p>
        </p:txBody>
      </p:sp>
      <p:sp>
        <p:nvSpPr>
          <p:cNvPr id="4" name="Date Placeholder 3">
            <a:extLst>
              <a:ext uri="{FF2B5EF4-FFF2-40B4-BE49-F238E27FC236}">
                <a16:creationId xmlns:a16="http://schemas.microsoft.com/office/drawing/2014/main" id="{BA63A3F9-E9DD-4EE6-AE2A-1BBBFE4A265F}"/>
              </a:ext>
            </a:extLst>
          </p:cNvPr>
          <p:cNvSpPr>
            <a:spLocks noGrp="1"/>
          </p:cNvSpPr>
          <p:nvPr>
            <p:ph type="dt" sz="half" idx="10"/>
          </p:nvPr>
        </p:nvSpPr>
        <p:spPr/>
        <p:txBody>
          <a:bodyPr/>
          <a:lstStyle/>
          <a:p>
            <a:fld id="{D36F41B7-E8DF-4534-9903-F08332B9CB7F}" type="datetime1">
              <a:rPr lang="en-AU" smtClean="0"/>
              <a:t>8/09/2020</a:t>
            </a:fld>
            <a:endParaRPr lang="en-AU"/>
          </a:p>
        </p:txBody>
      </p:sp>
      <p:sp>
        <p:nvSpPr>
          <p:cNvPr id="5" name="Footer Placeholder 4">
            <a:extLst>
              <a:ext uri="{FF2B5EF4-FFF2-40B4-BE49-F238E27FC236}">
                <a16:creationId xmlns:a16="http://schemas.microsoft.com/office/drawing/2014/main" id="{E9C9F093-0828-4E96-BB72-CF60053050E3}"/>
              </a:ext>
            </a:extLst>
          </p:cNvPr>
          <p:cNvSpPr>
            <a:spLocks noGrp="1"/>
          </p:cNvSpPr>
          <p:nvPr>
            <p:ph type="ftr" sz="quarter" idx="11"/>
          </p:nvPr>
        </p:nvSpPr>
        <p:spPr/>
        <p:txBody>
          <a:bodyPr/>
          <a:lstStyle/>
          <a:p>
            <a:r>
              <a:rPr lang="en-AU"/>
              <a:t>© Beyond Blue Ltd</a:t>
            </a:r>
          </a:p>
        </p:txBody>
      </p:sp>
      <p:sp>
        <p:nvSpPr>
          <p:cNvPr id="6" name="Slide Number Placeholder 5">
            <a:extLst>
              <a:ext uri="{FF2B5EF4-FFF2-40B4-BE49-F238E27FC236}">
                <a16:creationId xmlns:a16="http://schemas.microsoft.com/office/drawing/2014/main" id="{E50F82A5-9DB4-4E16-A622-F049FB37C7F3}"/>
              </a:ext>
            </a:extLst>
          </p:cNvPr>
          <p:cNvSpPr>
            <a:spLocks noGrp="1"/>
          </p:cNvSpPr>
          <p:nvPr>
            <p:ph type="sldNum" sz="quarter" idx="12"/>
          </p:nvPr>
        </p:nvSpPr>
        <p:spPr/>
        <p:txBody>
          <a:bodyPr/>
          <a:lstStyle/>
          <a:p>
            <a:fld id="{E6316B6A-336A-44FF-82DA-A4D1594FA055}" type="slidenum">
              <a:rPr lang="en-AU" smtClean="0"/>
              <a:t>‹#›</a:t>
            </a:fld>
            <a:endParaRPr lang="en-AU"/>
          </a:p>
        </p:txBody>
      </p:sp>
    </p:spTree>
    <p:extLst>
      <p:ext uri="{BB962C8B-B14F-4D97-AF65-F5344CB8AC3E}">
        <p14:creationId xmlns:p14="http://schemas.microsoft.com/office/powerpoint/2010/main" val="35875340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FFA0686-697F-429F-8DCD-C18EA74CF4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1" y="0"/>
            <a:ext cx="16255017" cy="8177801"/>
          </a:xfrm>
          <a:prstGeom prst="rect">
            <a:avLst/>
          </a:prstGeom>
        </p:spPr>
      </p:pic>
      <p:sp>
        <p:nvSpPr>
          <p:cNvPr id="2" name="Title 1">
            <a:extLst>
              <a:ext uri="{FF2B5EF4-FFF2-40B4-BE49-F238E27FC236}">
                <a16:creationId xmlns:a16="http://schemas.microsoft.com/office/drawing/2014/main" id="{220C94FB-906D-4B98-84AA-3F23946F813F}"/>
              </a:ext>
            </a:extLst>
          </p:cNvPr>
          <p:cNvSpPr>
            <a:spLocks noGrp="1"/>
          </p:cNvSpPr>
          <p:nvPr>
            <p:ph type="title" hasCustomPrompt="1"/>
          </p:nvPr>
        </p:nvSpPr>
        <p:spPr>
          <a:xfrm>
            <a:off x="964800" y="4006850"/>
            <a:ext cx="7163200" cy="3263900"/>
          </a:xfrm>
        </p:spPr>
        <p:txBody>
          <a:bodyPr anchor="t" anchorCtr="0"/>
          <a:lstStyle>
            <a:lvl1pPr>
              <a:lnSpc>
                <a:spcPct val="80000"/>
              </a:lnSpc>
              <a:defRPr sz="8500" b="1">
                <a:solidFill>
                  <a:schemeClr val="bg1"/>
                </a:solidFill>
                <a:latin typeface="+mj-lt"/>
                <a:cs typeface="Times New Roman" panose="02020603050405020304" pitchFamily="18" charset="0"/>
              </a:defRPr>
            </a:lvl1pPr>
          </a:lstStyle>
          <a:p>
            <a:r>
              <a:rPr lang="en-US"/>
              <a:t>Click to add section title</a:t>
            </a:r>
            <a:endParaRPr lang="en-AU"/>
          </a:p>
        </p:txBody>
      </p:sp>
      <p:sp>
        <p:nvSpPr>
          <p:cNvPr id="4" name="Date Placeholder 3">
            <a:extLst>
              <a:ext uri="{FF2B5EF4-FFF2-40B4-BE49-F238E27FC236}">
                <a16:creationId xmlns:a16="http://schemas.microsoft.com/office/drawing/2014/main" id="{BA63A3F9-E9DD-4EE6-AE2A-1BBBFE4A265F}"/>
              </a:ext>
            </a:extLst>
          </p:cNvPr>
          <p:cNvSpPr>
            <a:spLocks noGrp="1"/>
          </p:cNvSpPr>
          <p:nvPr>
            <p:ph type="dt" sz="half" idx="10"/>
          </p:nvPr>
        </p:nvSpPr>
        <p:spPr/>
        <p:txBody>
          <a:bodyPr/>
          <a:lstStyle/>
          <a:p>
            <a:fld id="{D36F41B7-E8DF-4534-9903-F08332B9CB7F}" type="datetime1">
              <a:rPr lang="en-AU" smtClean="0"/>
              <a:t>8/09/2020</a:t>
            </a:fld>
            <a:endParaRPr lang="en-AU"/>
          </a:p>
        </p:txBody>
      </p:sp>
      <p:sp>
        <p:nvSpPr>
          <p:cNvPr id="5" name="Footer Placeholder 4">
            <a:extLst>
              <a:ext uri="{FF2B5EF4-FFF2-40B4-BE49-F238E27FC236}">
                <a16:creationId xmlns:a16="http://schemas.microsoft.com/office/drawing/2014/main" id="{E9C9F093-0828-4E96-BB72-CF60053050E3}"/>
              </a:ext>
            </a:extLst>
          </p:cNvPr>
          <p:cNvSpPr>
            <a:spLocks noGrp="1"/>
          </p:cNvSpPr>
          <p:nvPr>
            <p:ph type="ftr" sz="quarter" idx="11"/>
          </p:nvPr>
        </p:nvSpPr>
        <p:spPr/>
        <p:txBody>
          <a:bodyPr/>
          <a:lstStyle/>
          <a:p>
            <a:r>
              <a:rPr lang="en-AU"/>
              <a:t>© Beyond Blue Ltd</a:t>
            </a:r>
          </a:p>
        </p:txBody>
      </p:sp>
      <p:sp>
        <p:nvSpPr>
          <p:cNvPr id="6" name="Slide Number Placeholder 5">
            <a:extLst>
              <a:ext uri="{FF2B5EF4-FFF2-40B4-BE49-F238E27FC236}">
                <a16:creationId xmlns:a16="http://schemas.microsoft.com/office/drawing/2014/main" id="{E50F82A5-9DB4-4E16-A622-F049FB37C7F3}"/>
              </a:ext>
            </a:extLst>
          </p:cNvPr>
          <p:cNvSpPr>
            <a:spLocks noGrp="1"/>
          </p:cNvSpPr>
          <p:nvPr>
            <p:ph type="sldNum" sz="quarter" idx="12"/>
          </p:nvPr>
        </p:nvSpPr>
        <p:spPr/>
        <p:txBody>
          <a:bodyPr/>
          <a:lstStyle/>
          <a:p>
            <a:fld id="{E6316B6A-336A-44FF-82DA-A4D1594FA055}" type="slidenum">
              <a:rPr lang="en-AU" smtClean="0"/>
              <a:t>‹#›</a:t>
            </a:fld>
            <a:endParaRPr lang="en-AU"/>
          </a:p>
        </p:txBody>
      </p:sp>
    </p:spTree>
    <p:extLst>
      <p:ext uri="{BB962C8B-B14F-4D97-AF65-F5344CB8AC3E}">
        <p14:creationId xmlns:p14="http://schemas.microsoft.com/office/powerpoint/2010/main" val="41221839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59A2AD-9E9B-466B-AD5B-0CB1B724FAC5}"/>
              </a:ext>
            </a:extLst>
          </p:cNvPr>
          <p:cNvSpPr>
            <a:spLocks noGrp="1"/>
          </p:cNvSpPr>
          <p:nvPr>
            <p:ph idx="1"/>
          </p:nvPr>
        </p:nvSpPr>
        <p:spPr>
          <a:xfrm>
            <a:off x="963999" y="2057400"/>
            <a:ext cx="12167801" cy="5862600"/>
          </a:xfrm>
        </p:spPr>
        <p:txBody>
          <a:bodyPr/>
          <a:lstStyle>
            <a:lvl1pPr>
              <a:spcBef>
                <a:spcPts val="1800"/>
              </a:spcBef>
              <a:defRPr sz="3400">
                <a:solidFill>
                  <a:schemeClr val="tx1"/>
                </a:solidFill>
              </a:defRPr>
            </a:lvl1pPr>
            <a:lvl2pPr>
              <a:defRPr sz="3400">
                <a:solidFill>
                  <a:schemeClr val="tx1"/>
                </a:solidFill>
              </a:defRPr>
            </a:lvl2pPr>
            <a:lvl3pPr>
              <a:defRPr sz="3400">
                <a:solidFill>
                  <a:schemeClr val="tx1"/>
                </a:solidFill>
              </a:defRPr>
            </a:lvl3pPr>
            <a:lvl4pPr>
              <a:defRPr sz="3400">
                <a:solidFill>
                  <a:schemeClr val="tx1"/>
                </a:solidFill>
              </a:defRPr>
            </a:lvl4pPr>
            <a:lvl5pPr>
              <a:defRPr sz="34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5DB1DE-8D73-4AFA-95E5-57D6E62C0F7C}"/>
              </a:ext>
            </a:extLst>
          </p:cNvPr>
          <p:cNvSpPr>
            <a:spLocks noGrp="1"/>
          </p:cNvSpPr>
          <p:nvPr>
            <p:ph type="dt" sz="half" idx="10"/>
          </p:nvPr>
        </p:nvSpPr>
        <p:spPr/>
        <p:txBody>
          <a:bodyPr/>
          <a:lstStyle/>
          <a:p>
            <a:fld id="{E0AD6BCD-5E65-4DC5-8DB2-DAE6B247677F}" type="datetime1">
              <a:rPr lang="en-AU" smtClean="0"/>
              <a:t>8/09/2020</a:t>
            </a:fld>
            <a:endParaRPr lang="en-AU"/>
          </a:p>
        </p:txBody>
      </p:sp>
      <p:sp>
        <p:nvSpPr>
          <p:cNvPr id="5" name="Footer Placeholder 4">
            <a:extLst>
              <a:ext uri="{FF2B5EF4-FFF2-40B4-BE49-F238E27FC236}">
                <a16:creationId xmlns:a16="http://schemas.microsoft.com/office/drawing/2014/main" id="{E0CDE5F3-3665-4461-B770-070BFE32749B}"/>
              </a:ext>
            </a:extLst>
          </p:cNvPr>
          <p:cNvSpPr>
            <a:spLocks noGrp="1"/>
          </p:cNvSpPr>
          <p:nvPr>
            <p:ph type="ftr" sz="quarter" idx="11"/>
          </p:nvPr>
        </p:nvSpPr>
        <p:spPr/>
        <p:txBody>
          <a:bodyPr/>
          <a:lstStyle/>
          <a:p>
            <a:r>
              <a:rPr lang="en-AU"/>
              <a:t>© Beyond Blue Ltd</a:t>
            </a:r>
          </a:p>
        </p:txBody>
      </p:sp>
      <p:sp>
        <p:nvSpPr>
          <p:cNvPr id="6" name="Slide Number Placeholder 5">
            <a:extLst>
              <a:ext uri="{FF2B5EF4-FFF2-40B4-BE49-F238E27FC236}">
                <a16:creationId xmlns:a16="http://schemas.microsoft.com/office/drawing/2014/main" id="{77AE5D6D-B1E7-41CE-A1BF-283239250BA2}"/>
              </a:ext>
            </a:extLst>
          </p:cNvPr>
          <p:cNvSpPr>
            <a:spLocks noGrp="1"/>
          </p:cNvSpPr>
          <p:nvPr>
            <p:ph type="sldNum" sz="quarter" idx="12"/>
          </p:nvPr>
        </p:nvSpPr>
        <p:spPr/>
        <p:txBody>
          <a:bodyPr/>
          <a:lstStyle/>
          <a:p>
            <a:fld id="{E6316B6A-336A-44FF-82DA-A4D1594FA055}" type="slidenum">
              <a:rPr lang="en-AU" smtClean="0"/>
              <a:t>‹#›</a:t>
            </a:fld>
            <a:endParaRPr lang="en-AU"/>
          </a:p>
        </p:txBody>
      </p:sp>
      <p:sp>
        <p:nvSpPr>
          <p:cNvPr id="7" name="Title 6">
            <a:extLst>
              <a:ext uri="{FF2B5EF4-FFF2-40B4-BE49-F238E27FC236}">
                <a16:creationId xmlns:a16="http://schemas.microsoft.com/office/drawing/2014/main" id="{1CB33DE5-6027-4201-A9A1-DCA4AC7E4D06}"/>
              </a:ext>
            </a:extLst>
          </p:cNvPr>
          <p:cNvSpPr>
            <a:spLocks noGrp="1"/>
          </p:cNvSpPr>
          <p:nvPr>
            <p:ph type="title"/>
          </p:nvPr>
        </p:nvSpPr>
        <p:spPr>
          <a:xfrm>
            <a:off x="963999" y="680619"/>
            <a:ext cx="12167801" cy="729081"/>
          </a:xfrm>
        </p:spPr>
        <p:txBody>
          <a:bodyPr/>
          <a:lstStyle>
            <a:lvl1pPr>
              <a:defRPr/>
            </a:lvl1pPr>
          </a:lstStyle>
          <a:p>
            <a:r>
              <a:rPr lang="en-US"/>
              <a:t>Click to edit Master title style</a:t>
            </a:r>
            <a:endParaRPr lang="en-AU"/>
          </a:p>
        </p:txBody>
      </p:sp>
    </p:spTree>
    <p:extLst>
      <p:ext uri="{BB962C8B-B14F-4D97-AF65-F5344CB8AC3E}">
        <p14:creationId xmlns:p14="http://schemas.microsoft.com/office/powerpoint/2010/main" val="24235923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59A2AD-9E9B-466B-AD5B-0CB1B724FAC5}"/>
              </a:ext>
            </a:extLst>
          </p:cNvPr>
          <p:cNvSpPr>
            <a:spLocks noGrp="1"/>
          </p:cNvSpPr>
          <p:nvPr>
            <p:ph idx="1"/>
          </p:nvPr>
        </p:nvSpPr>
        <p:spPr>
          <a:xfrm>
            <a:off x="963999" y="2520000"/>
            <a:ext cx="14328000" cy="540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5DB1DE-8D73-4AFA-95E5-57D6E62C0F7C}"/>
              </a:ext>
            </a:extLst>
          </p:cNvPr>
          <p:cNvSpPr>
            <a:spLocks noGrp="1"/>
          </p:cNvSpPr>
          <p:nvPr>
            <p:ph type="dt" sz="half" idx="10"/>
          </p:nvPr>
        </p:nvSpPr>
        <p:spPr/>
        <p:txBody>
          <a:bodyPr/>
          <a:lstStyle/>
          <a:p>
            <a:fld id="{0433F364-8354-4CC0-B614-43FAA0C0F0F4}" type="datetime1">
              <a:rPr lang="en-AU" smtClean="0"/>
              <a:t>8/09/2020</a:t>
            </a:fld>
            <a:endParaRPr lang="en-AU"/>
          </a:p>
        </p:txBody>
      </p:sp>
      <p:sp>
        <p:nvSpPr>
          <p:cNvPr id="5" name="Footer Placeholder 4">
            <a:extLst>
              <a:ext uri="{FF2B5EF4-FFF2-40B4-BE49-F238E27FC236}">
                <a16:creationId xmlns:a16="http://schemas.microsoft.com/office/drawing/2014/main" id="{E0CDE5F3-3665-4461-B770-070BFE32749B}"/>
              </a:ext>
            </a:extLst>
          </p:cNvPr>
          <p:cNvSpPr>
            <a:spLocks noGrp="1"/>
          </p:cNvSpPr>
          <p:nvPr>
            <p:ph type="ftr" sz="quarter" idx="11"/>
          </p:nvPr>
        </p:nvSpPr>
        <p:spPr/>
        <p:txBody>
          <a:bodyPr/>
          <a:lstStyle/>
          <a:p>
            <a:r>
              <a:rPr lang="en-AU"/>
              <a:t>© Beyond Blue Ltd</a:t>
            </a:r>
          </a:p>
        </p:txBody>
      </p:sp>
      <p:sp>
        <p:nvSpPr>
          <p:cNvPr id="6" name="Slide Number Placeholder 5">
            <a:extLst>
              <a:ext uri="{FF2B5EF4-FFF2-40B4-BE49-F238E27FC236}">
                <a16:creationId xmlns:a16="http://schemas.microsoft.com/office/drawing/2014/main" id="{77AE5D6D-B1E7-41CE-A1BF-283239250BA2}"/>
              </a:ext>
            </a:extLst>
          </p:cNvPr>
          <p:cNvSpPr>
            <a:spLocks noGrp="1"/>
          </p:cNvSpPr>
          <p:nvPr>
            <p:ph type="sldNum" sz="quarter" idx="12"/>
          </p:nvPr>
        </p:nvSpPr>
        <p:spPr/>
        <p:txBody>
          <a:bodyPr/>
          <a:lstStyle/>
          <a:p>
            <a:fld id="{E6316B6A-336A-44FF-82DA-A4D1594FA055}" type="slidenum">
              <a:rPr lang="en-AU" smtClean="0"/>
              <a:t>‹#›</a:t>
            </a:fld>
            <a:endParaRPr lang="en-AU"/>
          </a:p>
        </p:txBody>
      </p:sp>
      <p:sp>
        <p:nvSpPr>
          <p:cNvPr id="7" name="Title 6">
            <a:extLst>
              <a:ext uri="{FF2B5EF4-FFF2-40B4-BE49-F238E27FC236}">
                <a16:creationId xmlns:a16="http://schemas.microsoft.com/office/drawing/2014/main" id="{1CB33DE5-6027-4201-A9A1-DCA4AC7E4D06}"/>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30182883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59A2AD-9E9B-466B-AD5B-0CB1B724FAC5}"/>
              </a:ext>
            </a:extLst>
          </p:cNvPr>
          <p:cNvSpPr>
            <a:spLocks noGrp="1"/>
          </p:cNvSpPr>
          <p:nvPr>
            <p:ph idx="1"/>
          </p:nvPr>
        </p:nvSpPr>
        <p:spPr>
          <a:xfrm>
            <a:off x="963999" y="2520000"/>
            <a:ext cx="6840000" cy="540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5DB1DE-8D73-4AFA-95E5-57D6E62C0F7C}"/>
              </a:ext>
            </a:extLst>
          </p:cNvPr>
          <p:cNvSpPr>
            <a:spLocks noGrp="1"/>
          </p:cNvSpPr>
          <p:nvPr>
            <p:ph type="dt" sz="half" idx="10"/>
          </p:nvPr>
        </p:nvSpPr>
        <p:spPr/>
        <p:txBody>
          <a:bodyPr/>
          <a:lstStyle/>
          <a:p>
            <a:fld id="{8142458E-6A1D-4384-8BC2-6A02C1763BAD}" type="datetime1">
              <a:rPr lang="en-AU" smtClean="0"/>
              <a:t>8/09/2020</a:t>
            </a:fld>
            <a:endParaRPr lang="en-AU"/>
          </a:p>
        </p:txBody>
      </p:sp>
      <p:sp>
        <p:nvSpPr>
          <p:cNvPr id="5" name="Footer Placeholder 4">
            <a:extLst>
              <a:ext uri="{FF2B5EF4-FFF2-40B4-BE49-F238E27FC236}">
                <a16:creationId xmlns:a16="http://schemas.microsoft.com/office/drawing/2014/main" id="{E0CDE5F3-3665-4461-B770-070BFE32749B}"/>
              </a:ext>
            </a:extLst>
          </p:cNvPr>
          <p:cNvSpPr>
            <a:spLocks noGrp="1"/>
          </p:cNvSpPr>
          <p:nvPr>
            <p:ph type="ftr" sz="quarter" idx="11"/>
          </p:nvPr>
        </p:nvSpPr>
        <p:spPr/>
        <p:txBody>
          <a:bodyPr/>
          <a:lstStyle/>
          <a:p>
            <a:r>
              <a:rPr lang="en-AU"/>
              <a:t>© Beyond Blue Ltd</a:t>
            </a:r>
          </a:p>
        </p:txBody>
      </p:sp>
      <p:sp>
        <p:nvSpPr>
          <p:cNvPr id="6" name="Slide Number Placeholder 5">
            <a:extLst>
              <a:ext uri="{FF2B5EF4-FFF2-40B4-BE49-F238E27FC236}">
                <a16:creationId xmlns:a16="http://schemas.microsoft.com/office/drawing/2014/main" id="{77AE5D6D-B1E7-41CE-A1BF-283239250BA2}"/>
              </a:ext>
            </a:extLst>
          </p:cNvPr>
          <p:cNvSpPr>
            <a:spLocks noGrp="1"/>
          </p:cNvSpPr>
          <p:nvPr>
            <p:ph type="sldNum" sz="quarter" idx="12"/>
          </p:nvPr>
        </p:nvSpPr>
        <p:spPr/>
        <p:txBody>
          <a:bodyPr/>
          <a:lstStyle/>
          <a:p>
            <a:fld id="{E6316B6A-336A-44FF-82DA-A4D1594FA055}" type="slidenum">
              <a:rPr lang="en-AU" smtClean="0"/>
              <a:t>‹#›</a:t>
            </a:fld>
            <a:endParaRPr lang="en-AU"/>
          </a:p>
        </p:txBody>
      </p:sp>
      <p:sp>
        <p:nvSpPr>
          <p:cNvPr id="7" name="Title 6">
            <a:extLst>
              <a:ext uri="{FF2B5EF4-FFF2-40B4-BE49-F238E27FC236}">
                <a16:creationId xmlns:a16="http://schemas.microsoft.com/office/drawing/2014/main" id="{1CB33DE5-6027-4201-A9A1-DCA4AC7E4D06}"/>
              </a:ext>
            </a:extLst>
          </p:cNvPr>
          <p:cNvSpPr>
            <a:spLocks noGrp="1"/>
          </p:cNvSpPr>
          <p:nvPr>
            <p:ph type="title"/>
          </p:nvPr>
        </p:nvSpPr>
        <p:spPr/>
        <p:txBody>
          <a:bodyPr/>
          <a:lstStyle/>
          <a:p>
            <a:r>
              <a:rPr lang="en-US"/>
              <a:t>Click to edit Master title style</a:t>
            </a:r>
            <a:endParaRPr lang="en-AU"/>
          </a:p>
        </p:txBody>
      </p:sp>
      <p:sp>
        <p:nvSpPr>
          <p:cNvPr id="8" name="Content Placeholder 2">
            <a:extLst>
              <a:ext uri="{FF2B5EF4-FFF2-40B4-BE49-F238E27FC236}">
                <a16:creationId xmlns:a16="http://schemas.microsoft.com/office/drawing/2014/main" id="{4E2E3F7C-1DB6-44F6-9DC7-5E1F970D95AE}"/>
              </a:ext>
            </a:extLst>
          </p:cNvPr>
          <p:cNvSpPr>
            <a:spLocks noGrp="1"/>
          </p:cNvSpPr>
          <p:nvPr>
            <p:ph idx="13"/>
          </p:nvPr>
        </p:nvSpPr>
        <p:spPr>
          <a:xfrm>
            <a:off x="8451999" y="2520000"/>
            <a:ext cx="6840000" cy="540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8310668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R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59A2AD-9E9B-466B-AD5B-0CB1B724FAC5}"/>
              </a:ext>
            </a:extLst>
          </p:cNvPr>
          <p:cNvSpPr>
            <a:spLocks noGrp="1"/>
          </p:cNvSpPr>
          <p:nvPr>
            <p:ph idx="1"/>
          </p:nvPr>
        </p:nvSpPr>
        <p:spPr>
          <a:xfrm>
            <a:off x="963999" y="2520000"/>
            <a:ext cx="6840000" cy="540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5DB1DE-8D73-4AFA-95E5-57D6E62C0F7C}"/>
              </a:ext>
            </a:extLst>
          </p:cNvPr>
          <p:cNvSpPr>
            <a:spLocks noGrp="1"/>
          </p:cNvSpPr>
          <p:nvPr>
            <p:ph type="dt" sz="half" idx="10"/>
          </p:nvPr>
        </p:nvSpPr>
        <p:spPr/>
        <p:txBody>
          <a:bodyPr/>
          <a:lstStyle/>
          <a:p>
            <a:fld id="{30BEC412-D264-44B7-BB6D-022A2CA1A396}" type="datetime1">
              <a:rPr lang="en-AU" smtClean="0"/>
              <a:t>8/09/2020</a:t>
            </a:fld>
            <a:endParaRPr lang="en-AU"/>
          </a:p>
        </p:txBody>
      </p:sp>
      <p:sp>
        <p:nvSpPr>
          <p:cNvPr id="5" name="Footer Placeholder 4">
            <a:extLst>
              <a:ext uri="{FF2B5EF4-FFF2-40B4-BE49-F238E27FC236}">
                <a16:creationId xmlns:a16="http://schemas.microsoft.com/office/drawing/2014/main" id="{E0CDE5F3-3665-4461-B770-070BFE32749B}"/>
              </a:ext>
            </a:extLst>
          </p:cNvPr>
          <p:cNvSpPr>
            <a:spLocks noGrp="1"/>
          </p:cNvSpPr>
          <p:nvPr>
            <p:ph type="ftr" sz="quarter" idx="11"/>
          </p:nvPr>
        </p:nvSpPr>
        <p:spPr/>
        <p:txBody>
          <a:bodyPr/>
          <a:lstStyle/>
          <a:p>
            <a:r>
              <a:rPr lang="en-AU"/>
              <a:t>© Beyond Blue Ltd</a:t>
            </a:r>
          </a:p>
        </p:txBody>
      </p:sp>
      <p:sp>
        <p:nvSpPr>
          <p:cNvPr id="6" name="Slide Number Placeholder 5">
            <a:extLst>
              <a:ext uri="{FF2B5EF4-FFF2-40B4-BE49-F238E27FC236}">
                <a16:creationId xmlns:a16="http://schemas.microsoft.com/office/drawing/2014/main" id="{77AE5D6D-B1E7-41CE-A1BF-283239250BA2}"/>
              </a:ext>
            </a:extLst>
          </p:cNvPr>
          <p:cNvSpPr>
            <a:spLocks noGrp="1"/>
          </p:cNvSpPr>
          <p:nvPr>
            <p:ph type="sldNum" sz="quarter" idx="12"/>
          </p:nvPr>
        </p:nvSpPr>
        <p:spPr/>
        <p:txBody>
          <a:bodyPr/>
          <a:lstStyle/>
          <a:p>
            <a:fld id="{E6316B6A-336A-44FF-82DA-A4D1594FA055}" type="slidenum">
              <a:rPr lang="en-AU" smtClean="0"/>
              <a:t>‹#›</a:t>
            </a:fld>
            <a:endParaRPr lang="en-AU"/>
          </a:p>
        </p:txBody>
      </p:sp>
      <p:sp>
        <p:nvSpPr>
          <p:cNvPr id="10" name="Title 9">
            <a:extLst>
              <a:ext uri="{FF2B5EF4-FFF2-40B4-BE49-F238E27FC236}">
                <a16:creationId xmlns:a16="http://schemas.microsoft.com/office/drawing/2014/main" id="{C1246CC9-D154-4221-8025-D9F6571C3568}"/>
              </a:ext>
            </a:extLst>
          </p:cNvPr>
          <p:cNvSpPr>
            <a:spLocks noGrp="1"/>
          </p:cNvSpPr>
          <p:nvPr>
            <p:ph type="title"/>
          </p:nvPr>
        </p:nvSpPr>
        <p:spPr>
          <a:xfrm>
            <a:off x="963999" y="680619"/>
            <a:ext cx="6840000" cy="1365345"/>
          </a:xfrm>
        </p:spPr>
        <p:txBody>
          <a:bodyPr/>
          <a:lstStyle/>
          <a:p>
            <a:r>
              <a:rPr lang="en-US"/>
              <a:t>Click to edit Master title style</a:t>
            </a:r>
            <a:endParaRPr lang="en-AU"/>
          </a:p>
        </p:txBody>
      </p:sp>
      <p:sp>
        <p:nvSpPr>
          <p:cNvPr id="21" name="Picture Placeholder 20">
            <a:extLst>
              <a:ext uri="{FF2B5EF4-FFF2-40B4-BE49-F238E27FC236}">
                <a16:creationId xmlns:a16="http://schemas.microsoft.com/office/drawing/2014/main" id="{ECCB61CA-69C4-4188-9A4E-B9188B59E241}"/>
              </a:ext>
            </a:extLst>
          </p:cNvPr>
          <p:cNvSpPr>
            <a:spLocks noGrp="1"/>
          </p:cNvSpPr>
          <p:nvPr>
            <p:ph type="pic" sz="quarter" idx="13"/>
          </p:nvPr>
        </p:nvSpPr>
        <p:spPr>
          <a:xfrm>
            <a:off x="8282000" y="-1"/>
            <a:ext cx="7974000" cy="8179200"/>
          </a:xfrm>
          <a:prstGeom prst="rect">
            <a:avLst/>
          </a:prstGeom>
          <a:solidFill>
            <a:schemeClr val="bg1">
              <a:lumMod val="85000"/>
            </a:schemeClr>
          </a:solidFill>
        </p:spPr>
        <p:txBody>
          <a:bodyPr wrap="square" anchor="ctr" anchorCtr="0">
            <a:noAutofit/>
          </a:bodyPr>
          <a:lstStyle>
            <a:lvl1pPr marL="0" indent="0" algn="ctr">
              <a:buNone/>
              <a:defRPr/>
            </a:lvl1pPr>
          </a:lstStyle>
          <a:p>
            <a:endParaRPr lang="en-AU"/>
          </a:p>
        </p:txBody>
      </p:sp>
    </p:spTree>
    <p:extLst>
      <p:ext uri="{BB962C8B-B14F-4D97-AF65-F5344CB8AC3E}">
        <p14:creationId xmlns:p14="http://schemas.microsoft.com/office/powerpoint/2010/main" val="12467077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59A2AD-9E9B-466B-AD5B-0CB1B724FAC5}"/>
              </a:ext>
            </a:extLst>
          </p:cNvPr>
          <p:cNvSpPr>
            <a:spLocks noGrp="1"/>
          </p:cNvSpPr>
          <p:nvPr>
            <p:ph idx="1"/>
          </p:nvPr>
        </p:nvSpPr>
        <p:spPr>
          <a:xfrm>
            <a:off x="8291899" y="2520000"/>
            <a:ext cx="6840000" cy="540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5DB1DE-8D73-4AFA-95E5-57D6E62C0F7C}"/>
              </a:ext>
            </a:extLst>
          </p:cNvPr>
          <p:cNvSpPr>
            <a:spLocks noGrp="1"/>
          </p:cNvSpPr>
          <p:nvPr>
            <p:ph type="dt" sz="half" idx="10"/>
          </p:nvPr>
        </p:nvSpPr>
        <p:spPr/>
        <p:txBody>
          <a:bodyPr/>
          <a:lstStyle/>
          <a:p>
            <a:fld id="{878E395A-2B69-4840-8247-8F30B5051174}" type="datetime1">
              <a:rPr lang="en-AU" smtClean="0"/>
              <a:t>8/09/2020</a:t>
            </a:fld>
            <a:endParaRPr lang="en-AU"/>
          </a:p>
        </p:txBody>
      </p:sp>
      <p:sp>
        <p:nvSpPr>
          <p:cNvPr id="5" name="Footer Placeholder 4">
            <a:extLst>
              <a:ext uri="{FF2B5EF4-FFF2-40B4-BE49-F238E27FC236}">
                <a16:creationId xmlns:a16="http://schemas.microsoft.com/office/drawing/2014/main" id="{E0CDE5F3-3665-4461-B770-070BFE32749B}"/>
              </a:ext>
            </a:extLst>
          </p:cNvPr>
          <p:cNvSpPr>
            <a:spLocks noGrp="1"/>
          </p:cNvSpPr>
          <p:nvPr>
            <p:ph type="ftr" sz="quarter" idx="11"/>
          </p:nvPr>
        </p:nvSpPr>
        <p:spPr/>
        <p:txBody>
          <a:bodyPr/>
          <a:lstStyle/>
          <a:p>
            <a:r>
              <a:rPr lang="en-AU"/>
              <a:t>© Beyond Blue Ltd</a:t>
            </a:r>
          </a:p>
        </p:txBody>
      </p:sp>
      <p:sp>
        <p:nvSpPr>
          <p:cNvPr id="6" name="Slide Number Placeholder 5">
            <a:extLst>
              <a:ext uri="{FF2B5EF4-FFF2-40B4-BE49-F238E27FC236}">
                <a16:creationId xmlns:a16="http://schemas.microsoft.com/office/drawing/2014/main" id="{77AE5D6D-B1E7-41CE-A1BF-283239250BA2}"/>
              </a:ext>
            </a:extLst>
          </p:cNvPr>
          <p:cNvSpPr>
            <a:spLocks noGrp="1"/>
          </p:cNvSpPr>
          <p:nvPr>
            <p:ph type="sldNum" sz="quarter" idx="12"/>
          </p:nvPr>
        </p:nvSpPr>
        <p:spPr/>
        <p:txBody>
          <a:bodyPr/>
          <a:lstStyle/>
          <a:p>
            <a:fld id="{E6316B6A-336A-44FF-82DA-A4D1594FA055}" type="slidenum">
              <a:rPr lang="en-AU" smtClean="0"/>
              <a:t>‹#›</a:t>
            </a:fld>
            <a:endParaRPr lang="en-AU"/>
          </a:p>
        </p:txBody>
      </p:sp>
      <p:sp>
        <p:nvSpPr>
          <p:cNvPr id="10" name="Title 9">
            <a:extLst>
              <a:ext uri="{FF2B5EF4-FFF2-40B4-BE49-F238E27FC236}">
                <a16:creationId xmlns:a16="http://schemas.microsoft.com/office/drawing/2014/main" id="{C1246CC9-D154-4221-8025-D9F6571C3568}"/>
              </a:ext>
            </a:extLst>
          </p:cNvPr>
          <p:cNvSpPr>
            <a:spLocks noGrp="1"/>
          </p:cNvSpPr>
          <p:nvPr>
            <p:ph type="title"/>
          </p:nvPr>
        </p:nvSpPr>
        <p:spPr>
          <a:xfrm>
            <a:off x="8291899" y="680619"/>
            <a:ext cx="6840000" cy="1365345"/>
          </a:xfrm>
        </p:spPr>
        <p:txBody>
          <a:bodyPr/>
          <a:lstStyle/>
          <a:p>
            <a:r>
              <a:rPr lang="en-US"/>
              <a:t>Click to edit Master title style</a:t>
            </a:r>
            <a:endParaRPr lang="en-AU"/>
          </a:p>
        </p:txBody>
      </p:sp>
      <p:sp>
        <p:nvSpPr>
          <p:cNvPr id="21" name="Picture Placeholder 20">
            <a:extLst>
              <a:ext uri="{FF2B5EF4-FFF2-40B4-BE49-F238E27FC236}">
                <a16:creationId xmlns:a16="http://schemas.microsoft.com/office/drawing/2014/main" id="{ECCB61CA-69C4-4188-9A4E-B9188B59E241}"/>
              </a:ext>
            </a:extLst>
          </p:cNvPr>
          <p:cNvSpPr>
            <a:spLocks noGrp="1"/>
          </p:cNvSpPr>
          <p:nvPr>
            <p:ph type="pic" sz="quarter" idx="13"/>
          </p:nvPr>
        </p:nvSpPr>
        <p:spPr>
          <a:xfrm>
            <a:off x="0" y="-1"/>
            <a:ext cx="7974000" cy="8179200"/>
          </a:xfrm>
          <a:prstGeom prst="rect">
            <a:avLst/>
          </a:prstGeom>
          <a:solidFill>
            <a:schemeClr val="bg1">
              <a:lumMod val="85000"/>
            </a:schemeClr>
          </a:solidFill>
        </p:spPr>
        <p:txBody>
          <a:bodyPr wrap="square" anchor="ctr" anchorCtr="0">
            <a:noAutofit/>
          </a:bodyPr>
          <a:lstStyle>
            <a:lvl1pPr marL="0" indent="0" algn="ctr">
              <a:buNone/>
              <a:defRPr/>
            </a:lvl1pPr>
          </a:lstStyle>
          <a:p>
            <a:endParaRPr lang="en-AU"/>
          </a:p>
        </p:txBody>
      </p:sp>
    </p:spTree>
    <p:extLst>
      <p:ext uri="{BB962C8B-B14F-4D97-AF65-F5344CB8AC3E}">
        <p14:creationId xmlns:p14="http://schemas.microsoft.com/office/powerpoint/2010/main" val="37016923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11781A-9133-4B2B-BBE1-07AEC1B6D6B6}"/>
              </a:ext>
            </a:extLst>
          </p:cNvPr>
          <p:cNvSpPr>
            <a:spLocks noGrp="1"/>
          </p:cNvSpPr>
          <p:nvPr>
            <p:ph type="dt" sz="half" idx="10"/>
          </p:nvPr>
        </p:nvSpPr>
        <p:spPr/>
        <p:txBody>
          <a:bodyPr/>
          <a:lstStyle/>
          <a:p>
            <a:fld id="{49872456-6A70-479E-81EF-47888CFB6550}" type="datetime1">
              <a:rPr lang="en-AU" smtClean="0"/>
              <a:t>8/09/2020</a:t>
            </a:fld>
            <a:endParaRPr lang="en-AU"/>
          </a:p>
        </p:txBody>
      </p:sp>
      <p:sp>
        <p:nvSpPr>
          <p:cNvPr id="3" name="Footer Placeholder 2">
            <a:extLst>
              <a:ext uri="{FF2B5EF4-FFF2-40B4-BE49-F238E27FC236}">
                <a16:creationId xmlns:a16="http://schemas.microsoft.com/office/drawing/2014/main" id="{D7F52EC3-9C09-446D-B2DA-292FFB5BABB5}"/>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A61A54E2-78FF-4846-A79D-8C6297C910B1}"/>
              </a:ext>
            </a:extLst>
          </p:cNvPr>
          <p:cNvSpPr>
            <a:spLocks noGrp="1"/>
          </p:cNvSpPr>
          <p:nvPr>
            <p:ph type="sldNum" sz="quarter" idx="12"/>
          </p:nvPr>
        </p:nvSpPr>
        <p:spPr/>
        <p:txBody>
          <a:bodyPr/>
          <a:lstStyle/>
          <a:p>
            <a:fld id="{E6316B6A-336A-44FF-82DA-A4D1594FA055}" type="slidenum">
              <a:rPr lang="en-AU" smtClean="0"/>
              <a:t>‹#›</a:t>
            </a:fld>
            <a:endParaRPr lang="en-AU"/>
          </a:p>
        </p:txBody>
      </p:sp>
      <p:sp>
        <p:nvSpPr>
          <p:cNvPr id="6" name="Text Placeholder 5">
            <a:extLst>
              <a:ext uri="{FF2B5EF4-FFF2-40B4-BE49-F238E27FC236}">
                <a16:creationId xmlns:a16="http://schemas.microsoft.com/office/drawing/2014/main" id="{D40AC625-A0D7-4A95-BE8E-206A59DE76FC}"/>
              </a:ext>
            </a:extLst>
          </p:cNvPr>
          <p:cNvSpPr>
            <a:spLocks noGrp="1"/>
          </p:cNvSpPr>
          <p:nvPr>
            <p:ph type="body" sz="quarter" idx="13"/>
          </p:nvPr>
        </p:nvSpPr>
        <p:spPr>
          <a:xfrm>
            <a:off x="963998" y="1409700"/>
            <a:ext cx="10935902" cy="6197600"/>
          </a:xfrm>
        </p:spPr>
        <p:txBody>
          <a:bodyPr/>
          <a:lstStyle>
            <a:lvl1pPr marL="0" indent="0">
              <a:lnSpc>
                <a:spcPct val="86000"/>
              </a:lnSpc>
              <a:spcBef>
                <a:spcPts val="0"/>
              </a:spcBef>
              <a:buNone/>
              <a:defRPr sz="5300" b="1">
                <a:solidFill>
                  <a:schemeClr val="accent1"/>
                </a:solidFill>
              </a:defRPr>
            </a:lvl1pPr>
            <a:lvl2pPr marL="0" indent="0">
              <a:spcBef>
                <a:spcPts val="2400"/>
              </a:spcBef>
              <a:buNone/>
              <a:defRPr sz="2700">
                <a:solidFill>
                  <a:schemeClr val="accent1"/>
                </a:solidFill>
              </a:defRPr>
            </a:lvl2pPr>
            <a:lvl3pPr marL="480024" indent="0">
              <a:buNone/>
              <a:defRPr>
                <a:solidFill>
                  <a:schemeClr val="accent1"/>
                </a:solidFill>
              </a:defRPr>
            </a:lvl3pPr>
            <a:lvl4pPr marL="720036" indent="0">
              <a:buNone/>
              <a:defRPr>
                <a:solidFill>
                  <a:schemeClr val="accent1"/>
                </a:solidFill>
              </a:defRPr>
            </a:lvl4pPr>
            <a:lvl5pPr marL="960048" indent="0">
              <a:buNone/>
              <a:defRPr>
                <a:solidFill>
                  <a:schemeClr val="accent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9043082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094A408-4541-46F8-9F97-067C05877925}"/>
              </a:ext>
            </a:extLst>
          </p:cNvPr>
          <p:cNvSpPr>
            <a:spLocks noGrp="1"/>
          </p:cNvSpPr>
          <p:nvPr>
            <p:ph type="dt" sz="half" idx="10"/>
          </p:nvPr>
        </p:nvSpPr>
        <p:spPr/>
        <p:txBody>
          <a:bodyPr/>
          <a:lstStyle/>
          <a:p>
            <a:fld id="{748E5982-DA53-4164-BD06-866C22D8C606}" type="datetime1">
              <a:rPr lang="en-AU" smtClean="0"/>
              <a:t>8/09/2020</a:t>
            </a:fld>
            <a:endParaRPr lang="en-AU"/>
          </a:p>
        </p:txBody>
      </p:sp>
      <p:sp>
        <p:nvSpPr>
          <p:cNvPr id="4" name="Footer Placeholder 3">
            <a:extLst>
              <a:ext uri="{FF2B5EF4-FFF2-40B4-BE49-F238E27FC236}">
                <a16:creationId xmlns:a16="http://schemas.microsoft.com/office/drawing/2014/main" id="{6D1E5D40-2E2F-4499-A847-0FE058F98D51}"/>
              </a:ext>
            </a:extLst>
          </p:cNvPr>
          <p:cNvSpPr>
            <a:spLocks noGrp="1"/>
          </p:cNvSpPr>
          <p:nvPr>
            <p:ph type="ftr" sz="quarter" idx="11"/>
          </p:nvPr>
        </p:nvSpPr>
        <p:spPr/>
        <p:txBody>
          <a:bodyPr/>
          <a:lstStyle/>
          <a:p>
            <a:r>
              <a:rPr lang="en-AU"/>
              <a:t>© Beyond Blue Ltd</a:t>
            </a:r>
          </a:p>
        </p:txBody>
      </p:sp>
      <p:sp>
        <p:nvSpPr>
          <p:cNvPr id="5" name="Slide Number Placeholder 4">
            <a:extLst>
              <a:ext uri="{FF2B5EF4-FFF2-40B4-BE49-F238E27FC236}">
                <a16:creationId xmlns:a16="http://schemas.microsoft.com/office/drawing/2014/main" id="{AC4BECD1-C3A3-4EE1-AF23-B7B969BDFC86}"/>
              </a:ext>
            </a:extLst>
          </p:cNvPr>
          <p:cNvSpPr>
            <a:spLocks noGrp="1"/>
          </p:cNvSpPr>
          <p:nvPr>
            <p:ph type="sldNum" sz="quarter" idx="12"/>
          </p:nvPr>
        </p:nvSpPr>
        <p:spPr/>
        <p:txBody>
          <a:bodyPr/>
          <a:lstStyle/>
          <a:p>
            <a:fld id="{E6316B6A-336A-44FF-82DA-A4D1594FA055}" type="slidenum">
              <a:rPr lang="en-AU" smtClean="0"/>
              <a:t>‹#›</a:t>
            </a:fld>
            <a:endParaRPr lang="en-AU"/>
          </a:p>
        </p:txBody>
      </p:sp>
      <p:sp>
        <p:nvSpPr>
          <p:cNvPr id="6" name="Title 5">
            <a:extLst>
              <a:ext uri="{FF2B5EF4-FFF2-40B4-BE49-F238E27FC236}">
                <a16:creationId xmlns:a16="http://schemas.microsoft.com/office/drawing/2014/main" id="{6B921588-8EFB-4AEA-995E-48947095BB78}"/>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1447267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11781A-9133-4B2B-BBE1-07AEC1B6D6B6}"/>
              </a:ext>
            </a:extLst>
          </p:cNvPr>
          <p:cNvSpPr>
            <a:spLocks noGrp="1"/>
          </p:cNvSpPr>
          <p:nvPr>
            <p:ph type="dt" sz="half" idx="10"/>
          </p:nvPr>
        </p:nvSpPr>
        <p:spPr/>
        <p:txBody>
          <a:bodyPr/>
          <a:lstStyle/>
          <a:p>
            <a:fld id="{17C77647-23CE-4F39-8F62-A99CF673F9CA}" type="datetime1">
              <a:rPr lang="en-AU" smtClean="0"/>
              <a:t>8/09/2020</a:t>
            </a:fld>
            <a:endParaRPr lang="en-AU"/>
          </a:p>
        </p:txBody>
      </p:sp>
      <p:sp>
        <p:nvSpPr>
          <p:cNvPr id="3" name="Footer Placeholder 2">
            <a:extLst>
              <a:ext uri="{FF2B5EF4-FFF2-40B4-BE49-F238E27FC236}">
                <a16:creationId xmlns:a16="http://schemas.microsoft.com/office/drawing/2014/main" id="{D7F52EC3-9C09-446D-B2DA-292FFB5BABB5}"/>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A61A54E2-78FF-4846-A79D-8C6297C910B1}"/>
              </a:ext>
            </a:extLst>
          </p:cNvPr>
          <p:cNvSpPr>
            <a:spLocks noGrp="1"/>
          </p:cNvSpPr>
          <p:nvPr>
            <p:ph type="sldNum" sz="quarter" idx="12"/>
          </p:nvPr>
        </p:nvSpPr>
        <p:spPr/>
        <p:txBody>
          <a:bodyPr/>
          <a:lstStyle/>
          <a:p>
            <a:fld id="{E6316B6A-336A-44FF-82DA-A4D1594FA055}" type="slidenum">
              <a:rPr lang="en-AU" smtClean="0"/>
              <a:t>‹#›</a:t>
            </a:fld>
            <a:endParaRPr lang="en-AU"/>
          </a:p>
        </p:txBody>
      </p:sp>
    </p:spTree>
    <p:extLst>
      <p:ext uri="{BB962C8B-B14F-4D97-AF65-F5344CB8AC3E}">
        <p14:creationId xmlns:p14="http://schemas.microsoft.com/office/powerpoint/2010/main" val="3681476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0B58A3-E193-4684-ABCE-DF0A8B6CD042}"/>
              </a:ext>
            </a:extLst>
          </p:cNvPr>
          <p:cNvSpPr>
            <a:spLocks noGrp="1"/>
          </p:cNvSpPr>
          <p:nvPr>
            <p:ph type="title"/>
          </p:nvPr>
        </p:nvSpPr>
        <p:spPr>
          <a:xfrm>
            <a:off x="963999" y="680619"/>
            <a:ext cx="14328000" cy="1365345"/>
          </a:xfrm>
          <a:prstGeom prst="rect">
            <a:avLst/>
          </a:prstGeom>
        </p:spPr>
        <p:txBody>
          <a:bodyPr vert="horz" lIns="0" tIns="0" rIns="0" bIns="0" rtlCol="0" anchor="t" anchorCtr="0">
            <a:no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1F38D3A-1279-4066-93F5-53800A796276}"/>
              </a:ext>
            </a:extLst>
          </p:cNvPr>
          <p:cNvSpPr>
            <a:spLocks noGrp="1"/>
          </p:cNvSpPr>
          <p:nvPr>
            <p:ph type="body" idx="1"/>
          </p:nvPr>
        </p:nvSpPr>
        <p:spPr>
          <a:xfrm>
            <a:off x="964000" y="2520000"/>
            <a:ext cx="14328000" cy="5400000"/>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0EA2CD7-A72C-495B-9228-0E077D24D940}"/>
              </a:ext>
            </a:extLst>
          </p:cNvPr>
          <p:cNvSpPr>
            <a:spLocks noGrp="1"/>
          </p:cNvSpPr>
          <p:nvPr>
            <p:ph type="dt" sz="half" idx="2"/>
          </p:nvPr>
        </p:nvSpPr>
        <p:spPr>
          <a:xfrm>
            <a:off x="7785101" y="8791016"/>
            <a:ext cx="6887827" cy="189370"/>
          </a:xfrm>
          <a:prstGeom prst="rect">
            <a:avLst/>
          </a:prstGeom>
        </p:spPr>
        <p:txBody>
          <a:bodyPr vert="horz" lIns="0" tIns="0" rIns="0" bIns="0" rtlCol="0" anchor="ctr"/>
          <a:lstStyle>
            <a:lvl1pPr algn="r">
              <a:defRPr sz="1400">
                <a:solidFill>
                  <a:schemeClr val="accent1"/>
                </a:solidFill>
              </a:defRPr>
            </a:lvl1pPr>
          </a:lstStyle>
          <a:p>
            <a:fld id="{8E5A0A05-1953-4852-8BB4-288C896047DC}" type="datetime1">
              <a:rPr lang="en-AU" smtClean="0"/>
              <a:t>8/09/2020</a:t>
            </a:fld>
            <a:endParaRPr lang="en-AU"/>
          </a:p>
        </p:txBody>
      </p:sp>
      <p:sp>
        <p:nvSpPr>
          <p:cNvPr id="5" name="Footer Placeholder 4">
            <a:extLst>
              <a:ext uri="{FF2B5EF4-FFF2-40B4-BE49-F238E27FC236}">
                <a16:creationId xmlns:a16="http://schemas.microsoft.com/office/drawing/2014/main" id="{CBD43B1A-E254-4E8E-8D77-9053126860F2}"/>
              </a:ext>
            </a:extLst>
          </p:cNvPr>
          <p:cNvSpPr>
            <a:spLocks noGrp="1"/>
          </p:cNvSpPr>
          <p:nvPr>
            <p:ph type="ftr" sz="quarter" idx="3"/>
          </p:nvPr>
        </p:nvSpPr>
        <p:spPr>
          <a:xfrm>
            <a:off x="7785101" y="8568733"/>
            <a:ext cx="6887827" cy="218893"/>
          </a:xfrm>
          <a:prstGeom prst="rect">
            <a:avLst/>
          </a:prstGeom>
        </p:spPr>
        <p:txBody>
          <a:bodyPr vert="horz" lIns="0" tIns="0" rIns="0" bIns="0" rtlCol="0" anchor="ctr"/>
          <a:lstStyle>
            <a:lvl1pPr algn="r">
              <a:defRPr sz="1400">
                <a:solidFill>
                  <a:schemeClr val="accent1"/>
                </a:solidFill>
              </a:defRPr>
            </a:lvl1pPr>
          </a:lstStyle>
          <a:p>
            <a:r>
              <a:rPr lang="en-AU"/>
              <a:t>© Beyond Blue Ltd</a:t>
            </a:r>
          </a:p>
        </p:txBody>
      </p:sp>
      <p:sp>
        <p:nvSpPr>
          <p:cNvPr id="6" name="Slide Number Placeholder 5">
            <a:extLst>
              <a:ext uri="{FF2B5EF4-FFF2-40B4-BE49-F238E27FC236}">
                <a16:creationId xmlns:a16="http://schemas.microsoft.com/office/drawing/2014/main" id="{7966D85B-9034-49C5-A86E-714985BCC24E}"/>
              </a:ext>
            </a:extLst>
          </p:cNvPr>
          <p:cNvSpPr>
            <a:spLocks noGrp="1"/>
          </p:cNvSpPr>
          <p:nvPr>
            <p:ph type="sldNum" sz="quarter" idx="4"/>
          </p:nvPr>
        </p:nvSpPr>
        <p:spPr>
          <a:xfrm>
            <a:off x="14691999" y="8554447"/>
            <a:ext cx="600000" cy="218893"/>
          </a:xfrm>
          <a:prstGeom prst="rect">
            <a:avLst/>
          </a:prstGeom>
        </p:spPr>
        <p:txBody>
          <a:bodyPr vert="horz" lIns="0" tIns="0" rIns="0" bIns="0" rtlCol="0" anchor="ctr"/>
          <a:lstStyle>
            <a:lvl1pPr algn="r">
              <a:defRPr sz="1800" b="1">
                <a:solidFill>
                  <a:schemeClr val="accent1"/>
                </a:solidFill>
              </a:defRPr>
            </a:lvl1pPr>
          </a:lstStyle>
          <a:p>
            <a:fld id="{E6316B6A-336A-44FF-82DA-A4D1594FA055}" type="slidenum">
              <a:rPr lang="en-AU" smtClean="0"/>
              <a:pPr/>
              <a:t>‹#›</a:t>
            </a:fld>
            <a:endParaRPr lang="en-AU"/>
          </a:p>
        </p:txBody>
      </p:sp>
      <p:cxnSp>
        <p:nvCxnSpPr>
          <p:cNvPr id="14" name="Straight Connector 13">
            <a:extLst>
              <a:ext uri="{FF2B5EF4-FFF2-40B4-BE49-F238E27FC236}">
                <a16:creationId xmlns:a16="http://schemas.microsoft.com/office/drawing/2014/main" id="{4105951F-0955-4A48-87CB-0E12A42F8A0E}"/>
              </a:ext>
            </a:extLst>
          </p:cNvPr>
          <p:cNvCxnSpPr/>
          <p:nvPr userDrawn="1"/>
        </p:nvCxnSpPr>
        <p:spPr>
          <a:xfrm>
            <a:off x="964000" y="8172450"/>
            <a:ext cx="143280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13A4F5EC-09C1-4BB3-8E2F-427227B6376B}"/>
              </a:ext>
            </a:extLst>
          </p:cNvPr>
          <p:cNvPicPr>
            <a:picLocks noChangeAspect="1"/>
          </p:cNvPicPr>
          <p:nvPr userDrawn="1"/>
        </p:nvPicPr>
        <p:blipFill>
          <a:blip r:embed="rId15"/>
          <a:stretch>
            <a:fillRect/>
          </a:stretch>
        </p:blipFill>
        <p:spPr>
          <a:xfrm>
            <a:off x="867375" y="8257698"/>
            <a:ext cx="2642621" cy="762002"/>
          </a:xfrm>
          <a:prstGeom prst="rect">
            <a:avLst/>
          </a:prstGeom>
        </p:spPr>
      </p:pic>
    </p:spTree>
    <p:extLst>
      <p:ext uri="{BB962C8B-B14F-4D97-AF65-F5344CB8AC3E}">
        <p14:creationId xmlns:p14="http://schemas.microsoft.com/office/powerpoint/2010/main" val="4084360139"/>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72" r:id="rId3"/>
    <p:sldLayoutId id="2147483687" r:id="rId4"/>
    <p:sldLayoutId id="2147483688" r:id="rId5"/>
    <p:sldLayoutId id="2147483684" r:id="rId6"/>
    <p:sldLayoutId id="2147483676" r:id="rId7"/>
    <p:sldLayoutId id="2147483685" r:id="rId8"/>
    <p:sldLayoutId id="2147483679" r:id="rId9"/>
    <p:sldLayoutId id="2147483683" r:id="rId10"/>
    <p:sldLayoutId id="2147483686" r:id="rId11"/>
    <p:sldLayoutId id="2147483681" r:id="rId12"/>
    <p:sldLayoutId id="2147483682" r:id="rId13"/>
  </p:sldLayoutIdLst>
  <p:hf hdr="0" dt="0"/>
  <p:txStyles>
    <p:titleStyle>
      <a:lvl1pPr algn="l" defTabSz="1219118" rtl="0" eaLnBrk="1" latinLnBrk="0" hangingPunct="1">
        <a:lnSpc>
          <a:spcPct val="80000"/>
        </a:lnSpc>
        <a:spcBef>
          <a:spcPct val="0"/>
        </a:spcBef>
        <a:buNone/>
        <a:defRPr sz="5300" b="1" kern="1200">
          <a:solidFill>
            <a:schemeClr val="accent1"/>
          </a:solidFill>
          <a:latin typeface="+mj-lt"/>
          <a:ea typeface="+mj-ea"/>
          <a:cs typeface="+mj-cs"/>
        </a:defRPr>
      </a:lvl1pPr>
    </p:titleStyle>
    <p:bodyStyle>
      <a:lvl1pPr marL="240012" indent="-240012" algn="l" defTabSz="1219118" rtl="0" eaLnBrk="1" latinLnBrk="0" hangingPunct="1">
        <a:lnSpc>
          <a:spcPct val="100000"/>
        </a:lnSpc>
        <a:spcBef>
          <a:spcPts val="1200"/>
        </a:spcBef>
        <a:buClr>
          <a:schemeClr val="tx1"/>
        </a:buClr>
        <a:buFont typeface="Arial" panose="020B0604020202020204" pitchFamily="34" charset="0"/>
        <a:buChar char="•"/>
        <a:defRPr sz="2400" kern="1200">
          <a:solidFill>
            <a:schemeClr val="tx1"/>
          </a:solidFill>
          <a:latin typeface="+mn-lt"/>
          <a:ea typeface="+mn-ea"/>
          <a:cs typeface="+mn-cs"/>
        </a:defRPr>
      </a:lvl1pPr>
      <a:lvl2pPr marL="480024" indent="-240012" algn="l" defTabSz="1219118" rtl="0" eaLnBrk="1" latinLnBrk="0" hangingPunct="1">
        <a:lnSpc>
          <a:spcPct val="100000"/>
        </a:lnSpc>
        <a:spcBef>
          <a:spcPts val="400"/>
        </a:spcBef>
        <a:buClr>
          <a:schemeClr val="tx1"/>
        </a:buClr>
        <a:buFont typeface="Arial" panose="020B0604020202020204" pitchFamily="34" charset="0"/>
        <a:buChar char="•"/>
        <a:defRPr sz="2400" kern="1200">
          <a:solidFill>
            <a:schemeClr val="tx1"/>
          </a:solidFill>
          <a:latin typeface="+mn-lt"/>
          <a:ea typeface="+mn-ea"/>
          <a:cs typeface="+mn-cs"/>
        </a:defRPr>
      </a:lvl2pPr>
      <a:lvl3pPr marL="720036" indent="-240012" algn="l" defTabSz="1219118" rtl="0" eaLnBrk="1" latinLnBrk="0" hangingPunct="1">
        <a:lnSpc>
          <a:spcPct val="100000"/>
        </a:lnSpc>
        <a:spcBef>
          <a:spcPts val="400"/>
        </a:spcBef>
        <a:buClr>
          <a:schemeClr val="tx1"/>
        </a:buClr>
        <a:buFont typeface="Arial" panose="020B0604020202020204" pitchFamily="34" charset="0"/>
        <a:buChar char="•"/>
        <a:defRPr sz="2400" kern="1200">
          <a:solidFill>
            <a:schemeClr val="tx1"/>
          </a:solidFill>
          <a:latin typeface="+mn-lt"/>
          <a:ea typeface="+mn-ea"/>
          <a:cs typeface="+mn-cs"/>
        </a:defRPr>
      </a:lvl3pPr>
      <a:lvl4pPr marL="960048" indent="-240012" algn="l" defTabSz="1219118" rtl="0" eaLnBrk="1" latinLnBrk="0" hangingPunct="1">
        <a:lnSpc>
          <a:spcPct val="100000"/>
        </a:lnSpc>
        <a:spcBef>
          <a:spcPts val="400"/>
        </a:spcBef>
        <a:buClr>
          <a:schemeClr val="tx1"/>
        </a:buClr>
        <a:buFont typeface="Arial" panose="020B0604020202020204" pitchFamily="34" charset="0"/>
        <a:buChar char="•"/>
        <a:defRPr sz="2400" kern="1200">
          <a:solidFill>
            <a:schemeClr val="tx1"/>
          </a:solidFill>
          <a:latin typeface="+mn-lt"/>
          <a:ea typeface="+mn-ea"/>
          <a:cs typeface="+mn-cs"/>
        </a:defRPr>
      </a:lvl4pPr>
      <a:lvl5pPr marL="1200060" indent="-240012" algn="l" defTabSz="1219118" rtl="0" eaLnBrk="1" latinLnBrk="0" hangingPunct="1">
        <a:lnSpc>
          <a:spcPct val="100000"/>
        </a:lnSpc>
        <a:spcBef>
          <a:spcPts val="400"/>
        </a:spcBef>
        <a:buClr>
          <a:schemeClr val="tx1"/>
        </a:buClr>
        <a:buFont typeface="Arial" panose="020B0604020202020204" pitchFamily="34" charset="0"/>
        <a:buChar char="•"/>
        <a:defRPr sz="2400" kern="1200">
          <a:solidFill>
            <a:schemeClr val="tx1"/>
          </a:solidFill>
          <a:latin typeface="+mn-lt"/>
          <a:ea typeface="+mn-ea"/>
          <a:cs typeface="+mn-cs"/>
        </a:defRPr>
      </a:lvl5pPr>
      <a:lvl6pPr marL="3352577" indent="-304779" algn="l" defTabSz="1219118" rtl="0" eaLnBrk="1" latinLnBrk="0" hangingPunct="1">
        <a:lnSpc>
          <a:spcPct val="90000"/>
        </a:lnSpc>
        <a:spcBef>
          <a:spcPts val="667"/>
        </a:spcBef>
        <a:buFont typeface="Arial" panose="020B0604020202020204" pitchFamily="34" charset="0"/>
        <a:buChar char="•"/>
        <a:defRPr sz="2267" kern="1200">
          <a:solidFill>
            <a:schemeClr val="tx1"/>
          </a:solidFill>
          <a:latin typeface="+mn-lt"/>
          <a:ea typeface="+mn-ea"/>
          <a:cs typeface="+mn-cs"/>
        </a:defRPr>
      </a:lvl6pPr>
      <a:lvl7pPr marL="3962135" indent="-304779" algn="l" defTabSz="1219118" rtl="0" eaLnBrk="1" latinLnBrk="0" hangingPunct="1">
        <a:lnSpc>
          <a:spcPct val="90000"/>
        </a:lnSpc>
        <a:spcBef>
          <a:spcPts val="667"/>
        </a:spcBef>
        <a:buFont typeface="Arial" panose="020B0604020202020204" pitchFamily="34" charset="0"/>
        <a:buChar char="•"/>
        <a:defRPr sz="2267" kern="1200">
          <a:solidFill>
            <a:schemeClr val="tx1"/>
          </a:solidFill>
          <a:latin typeface="+mn-lt"/>
          <a:ea typeface="+mn-ea"/>
          <a:cs typeface="+mn-cs"/>
        </a:defRPr>
      </a:lvl7pPr>
      <a:lvl8pPr marL="4571695" indent="-304779" algn="l" defTabSz="1219118" rtl="0" eaLnBrk="1" latinLnBrk="0" hangingPunct="1">
        <a:lnSpc>
          <a:spcPct val="90000"/>
        </a:lnSpc>
        <a:spcBef>
          <a:spcPts val="667"/>
        </a:spcBef>
        <a:buFont typeface="Arial" panose="020B0604020202020204" pitchFamily="34" charset="0"/>
        <a:buChar char="•"/>
        <a:defRPr sz="2267" kern="1200">
          <a:solidFill>
            <a:schemeClr val="tx1"/>
          </a:solidFill>
          <a:latin typeface="+mn-lt"/>
          <a:ea typeface="+mn-ea"/>
          <a:cs typeface="+mn-cs"/>
        </a:defRPr>
      </a:lvl8pPr>
      <a:lvl9pPr marL="5181254" indent="-304779" algn="l" defTabSz="1219118" rtl="0" eaLnBrk="1" latinLnBrk="0" hangingPunct="1">
        <a:lnSpc>
          <a:spcPct val="90000"/>
        </a:lnSpc>
        <a:spcBef>
          <a:spcPts val="667"/>
        </a:spcBef>
        <a:buFont typeface="Arial" panose="020B0604020202020204" pitchFamily="34" charset="0"/>
        <a:buChar char="•"/>
        <a:defRPr sz="2267" kern="1200">
          <a:solidFill>
            <a:schemeClr val="tx1"/>
          </a:solidFill>
          <a:latin typeface="+mn-lt"/>
          <a:ea typeface="+mn-ea"/>
          <a:cs typeface="+mn-cs"/>
        </a:defRPr>
      </a:lvl9pPr>
    </p:bodyStyle>
    <p:otherStyle>
      <a:defPPr>
        <a:defRPr lang="en-US"/>
      </a:defPPr>
      <a:lvl1pPr marL="0" algn="l" defTabSz="1219118" rtl="0" eaLnBrk="1" latinLnBrk="0" hangingPunct="1">
        <a:defRPr sz="2267" kern="1200">
          <a:solidFill>
            <a:schemeClr val="tx1"/>
          </a:solidFill>
          <a:latin typeface="+mn-lt"/>
          <a:ea typeface="+mn-ea"/>
          <a:cs typeface="+mn-cs"/>
        </a:defRPr>
      </a:lvl1pPr>
      <a:lvl2pPr marL="609558" algn="l" defTabSz="1219118" rtl="0" eaLnBrk="1" latinLnBrk="0" hangingPunct="1">
        <a:defRPr sz="2267" kern="1200">
          <a:solidFill>
            <a:schemeClr val="tx1"/>
          </a:solidFill>
          <a:latin typeface="+mn-lt"/>
          <a:ea typeface="+mn-ea"/>
          <a:cs typeface="+mn-cs"/>
        </a:defRPr>
      </a:lvl2pPr>
      <a:lvl3pPr marL="1219118" algn="l" defTabSz="1219118" rtl="0" eaLnBrk="1" latinLnBrk="0" hangingPunct="1">
        <a:defRPr sz="2267" kern="1200">
          <a:solidFill>
            <a:schemeClr val="tx1"/>
          </a:solidFill>
          <a:latin typeface="+mn-lt"/>
          <a:ea typeface="+mn-ea"/>
          <a:cs typeface="+mn-cs"/>
        </a:defRPr>
      </a:lvl3pPr>
      <a:lvl4pPr marL="1828677" algn="l" defTabSz="1219118" rtl="0" eaLnBrk="1" latinLnBrk="0" hangingPunct="1">
        <a:defRPr sz="2267" kern="1200">
          <a:solidFill>
            <a:schemeClr val="tx1"/>
          </a:solidFill>
          <a:latin typeface="+mn-lt"/>
          <a:ea typeface="+mn-ea"/>
          <a:cs typeface="+mn-cs"/>
        </a:defRPr>
      </a:lvl4pPr>
      <a:lvl5pPr marL="2438238" algn="l" defTabSz="1219118" rtl="0" eaLnBrk="1" latinLnBrk="0" hangingPunct="1">
        <a:defRPr sz="2267" kern="1200">
          <a:solidFill>
            <a:schemeClr val="tx1"/>
          </a:solidFill>
          <a:latin typeface="+mn-lt"/>
          <a:ea typeface="+mn-ea"/>
          <a:cs typeface="+mn-cs"/>
        </a:defRPr>
      </a:lvl5pPr>
      <a:lvl6pPr marL="3047798" algn="l" defTabSz="1219118" rtl="0" eaLnBrk="1" latinLnBrk="0" hangingPunct="1">
        <a:defRPr sz="2267" kern="1200">
          <a:solidFill>
            <a:schemeClr val="tx1"/>
          </a:solidFill>
          <a:latin typeface="+mn-lt"/>
          <a:ea typeface="+mn-ea"/>
          <a:cs typeface="+mn-cs"/>
        </a:defRPr>
      </a:lvl6pPr>
      <a:lvl7pPr marL="3657356" algn="l" defTabSz="1219118" rtl="0" eaLnBrk="1" latinLnBrk="0" hangingPunct="1">
        <a:defRPr sz="2267" kern="1200">
          <a:solidFill>
            <a:schemeClr val="tx1"/>
          </a:solidFill>
          <a:latin typeface="+mn-lt"/>
          <a:ea typeface="+mn-ea"/>
          <a:cs typeface="+mn-cs"/>
        </a:defRPr>
      </a:lvl7pPr>
      <a:lvl8pPr marL="4266916" algn="l" defTabSz="1219118" rtl="0" eaLnBrk="1" latinLnBrk="0" hangingPunct="1">
        <a:defRPr sz="2267" kern="1200">
          <a:solidFill>
            <a:schemeClr val="tx1"/>
          </a:solidFill>
          <a:latin typeface="+mn-lt"/>
          <a:ea typeface="+mn-ea"/>
          <a:cs typeface="+mn-cs"/>
        </a:defRPr>
      </a:lvl8pPr>
      <a:lvl9pPr marL="4876474" algn="l" defTabSz="1219118" rtl="0" eaLnBrk="1" latinLnBrk="0" hangingPunct="1">
        <a:defRPr sz="2267"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A173FF-2436-4F4F-860F-48BE9B1A4186}"/>
              </a:ext>
            </a:extLst>
          </p:cNvPr>
          <p:cNvSpPr>
            <a:spLocks noGrp="1"/>
          </p:cNvSpPr>
          <p:nvPr>
            <p:ph type="title"/>
          </p:nvPr>
        </p:nvSpPr>
        <p:spPr>
          <a:xfrm>
            <a:off x="1117600" y="487363"/>
            <a:ext cx="14020800" cy="1766887"/>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B1B887F-E88C-4F90-ACB2-3EF70D34D881}"/>
              </a:ext>
            </a:extLst>
          </p:cNvPr>
          <p:cNvSpPr>
            <a:spLocks noGrp="1"/>
          </p:cNvSpPr>
          <p:nvPr>
            <p:ph type="body" idx="1"/>
          </p:nvPr>
        </p:nvSpPr>
        <p:spPr>
          <a:xfrm>
            <a:off x="1117600" y="2433638"/>
            <a:ext cx="14020800" cy="580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0365B07-FFE6-432A-AF33-337EE6B4A133}"/>
              </a:ext>
            </a:extLst>
          </p:cNvPr>
          <p:cNvSpPr>
            <a:spLocks noGrp="1"/>
          </p:cNvSpPr>
          <p:nvPr>
            <p:ph type="dt" sz="half" idx="2"/>
          </p:nvPr>
        </p:nvSpPr>
        <p:spPr>
          <a:xfrm>
            <a:off x="1117600" y="8475663"/>
            <a:ext cx="3657600" cy="485775"/>
          </a:xfrm>
          <a:prstGeom prst="rect">
            <a:avLst/>
          </a:prstGeom>
        </p:spPr>
        <p:txBody>
          <a:bodyPr vert="horz" lIns="91440" tIns="45720" rIns="91440" bIns="45720" rtlCol="0" anchor="ctr"/>
          <a:lstStyle>
            <a:lvl1pPr algn="l">
              <a:defRPr sz="1200">
                <a:solidFill>
                  <a:schemeClr val="tx1">
                    <a:tint val="75000"/>
                  </a:schemeClr>
                </a:solidFill>
              </a:defRPr>
            </a:lvl1pPr>
          </a:lstStyle>
          <a:p>
            <a:fld id="{DEEDFCFB-6F9B-4F3C-B049-956AFF4FE983}" type="datetimeFigureOut">
              <a:rPr lang="en-AU" smtClean="0"/>
              <a:t>8/09/2020</a:t>
            </a:fld>
            <a:endParaRPr lang="en-AU"/>
          </a:p>
        </p:txBody>
      </p:sp>
      <p:sp>
        <p:nvSpPr>
          <p:cNvPr id="5" name="Footer Placeholder 4">
            <a:extLst>
              <a:ext uri="{FF2B5EF4-FFF2-40B4-BE49-F238E27FC236}">
                <a16:creationId xmlns:a16="http://schemas.microsoft.com/office/drawing/2014/main" id="{6CF3C12F-E734-4AE1-ABDB-BDF761DCDF5F}"/>
              </a:ext>
            </a:extLst>
          </p:cNvPr>
          <p:cNvSpPr>
            <a:spLocks noGrp="1"/>
          </p:cNvSpPr>
          <p:nvPr>
            <p:ph type="ftr" sz="quarter" idx="3"/>
          </p:nvPr>
        </p:nvSpPr>
        <p:spPr>
          <a:xfrm>
            <a:off x="5384800" y="8475663"/>
            <a:ext cx="5486400" cy="4857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D3C58AAF-2F7F-4C54-8F7D-82134665C8FD}"/>
              </a:ext>
            </a:extLst>
          </p:cNvPr>
          <p:cNvSpPr>
            <a:spLocks noGrp="1"/>
          </p:cNvSpPr>
          <p:nvPr>
            <p:ph type="sldNum" sz="quarter" idx="4"/>
          </p:nvPr>
        </p:nvSpPr>
        <p:spPr>
          <a:xfrm>
            <a:off x="11480800" y="8475663"/>
            <a:ext cx="3657600" cy="485775"/>
          </a:xfrm>
          <a:prstGeom prst="rect">
            <a:avLst/>
          </a:prstGeom>
        </p:spPr>
        <p:txBody>
          <a:bodyPr vert="horz" lIns="91440" tIns="45720" rIns="91440" bIns="45720" rtlCol="0" anchor="ctr"/>
          <a:lstStyle>
            <a:lvl1pPr algn="r">
              <a:defRPr sz="1200">
                <a:solidFill>
                  <a:schemeClr val="tx1">
                    <a:tint val="75000"/>
                  </a:schemeClr>
                </a:solidFill>
              </a:defRPr>
            </a:lvl1pPr>
          </a:lstStyle>
          <a:p>
            <a:fld id="{755161AF-7F6F-47C0-A60A-015B54B04F29}" type="slidenum">
              <a:rPr lang="en-AU" smtClean="0"/>
              <a:t>‹#›</a:t>
            </a:fld>
            <a:endParaRPr lang="en-AU"/>
          </a:p>
        </p:txBody>
      </p:sp>
    </p:spTree>
    <p:extLst>
      <p:ext uri="{BB962C8B-B14F-4D97-AF65-F5344CB8AC3E}">
        <p14:creationId xmlns:p14="http://schemas.microsoft.com/office/powerpoint/2010/main" val="337152767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0B58A3-E193-4684-ABCE-DF0A8B6CD042}"/>
              </a:ext>
            </a:extLst>
          </p:cNvPr>
          <p:cNvSpPr>
            <a:spLocks noGrp="1"/>
          </p:cNvSpPr>
          <p:nvPr>
            <p:ph type="title"/>
          </p:nvPr>
        </p:nvSpPr>
        <p:spPr>
          <a:xfrm>
            <a:off x="963999" y="680619"/>
            <a:ext cx="14328000" cy="1365345"/>
          </a:xfrm>
          <a:prstGeom prst="rect">
            <a:avLst/>
          </a:prstGeom>
        </p:spPr>
        <p:txBody>
          <a:bodyPr vert="horz" lIns="0" tIns="0" rIns="0" bIns="0" rtlCol="0" anchor="t" anchorCtr="0">
            <a:no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1F38D3A-1279-4066-93F5-53800A796276}"/>
              </a:ext>
            </a:extLst>
          </p:cNvPr>
          <p:cNvSpPr>
            <a:spLocks noGrp="1"/>
          </p:cNvSpPr>
          <p:nvPr>
            <p:ph type="body" idx="1"/>
          </p:nvPr>
        </p:nvSpPr>
        <p:spPr>
          <a:xfrm>
            <a:off x="964000" y="2520000"/>
            <a:ext cx="14328000" cy="5400000"/>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0EA2CD7-A72C-495B-9228-0E077D24D940}"/>
              </a:ext>
            </a:extLst>
          </p:cNvPr>
          <p:cNvSpPr>
            <a:spLocks noGrp="1"/>
          </p:cNvSpPr>
          <p:nvPr>
            <p:ph type="dt" sz="half" idx="2"/>
          </p:nvPr>
        </p:nvSpPr>
        <p:spPr>
          <a:xfrm>
            <a:off x="7785101" y="8791016"/>
            <a:ext cx="6887827" cy="189370"/>
          </a:xfrm>
          <a:prstGeom prst="rect">
            <a:avLst/>
          </a:prstGeom>
        </p:spPr>
        <p:txBody>
          <a:bodyPr vert="horz" lIns="0" tIns="0" rIns="0" bIns="0" rtlCol="0" anchor="ctr"/>
          <a:lstStyle>
            <a:lvl1pPr algn="r">
              <a:defRPr sz="1400">
                <a:solidFill>
                  <a:schemeClr val="accent1"/>
                </a:solidFill>
              </a:defRPr>
            </a:lvl1pPr>
          </a:lstStyle>
          <a:p>
            <a:fld id="{8E5A0A05-1953-4852-8BB4-288C896047DC}" type="datetime1">
              <a:rPr lang="en-AU" smtClean="0"/>
              <a:t>8/09/2020</a:t>
            </a:fld>
            <a:endParaRPr lang="en-AU"/>
          </a:p>
        </p:txBody>
      </p:sp>
      <p:sp>
        <p:nvSpPr>
          <p:cNvPr id="5" name="Footer Placeholder 4">
            <a:extLst>
              <a:ext uri="{FF2B5EF4-FFF2-40B4-BE49-F238E27FC236}">
                <a16:creationId xmlns:a16="http://schemas.microsoft.com/office/drawing/2014/main" id="{CBD43B1A-E254-4E8E-8D77-9053126860F2}"/>
              </a:ext>
            </a:extLst>
          </p:cNvPr>
          <p:cNvSpPr>
            <a:spLocks noGrp="1"/>
          </p:cNvSpPr>
          <p:nvPr>
            <p:ph type="ftr" sz="quarter" idx="3"/>
          </p:nvPr>
        </p:nvSpPr>
        <p:spPr>
          <a:xfrm>
            <a:off x="7785101" y="8568733"/>
            <a:ext cx="6887827" cy="218893"/>
          </a:xfrm>
          <a:prstGeom prst="rect">
            <a:avLst/>
          </a:prstGeom>
        </p:spPr>
        <p:txBody>
          <a:bodyPr vert="horz" lIns="0" tIns="0" rIns="0" bIns="0" rtlCol="0" anchor="ctr"/>
          <a:lstStyle>
            <a:lvl1pPr algn="r">
              <a:defRPr sz="1400">
                <a:solidFill>
                  <a:schemeClr val="accent1"/>
                </a:solidFill>
              </a:defRPr>
            </a:lvl1pPr>
          </a:lstStyle>
          <a:p>
            <a:r>
              <a:rPr lang="en-AU"/>
              <a:t>© Beyond Blue Ltd</a:t>
            </a:r>
          </a:p>
        </p:txBody>
      </p:sp>
      <p:sp>
        <p:nvSpPr>
          <p:cNvPr id="6" name="Slide Number Placeholder 5">
            <a:extLst>
              <a:ext uri="{FF2B5EF4-FFF2-40B4-BE49-F238E27FC236}">
                <a16:creationId xmlns:a16="http://schemas.microsoft.com/office/drawing/2014/main" id="{7966D85B-9034-49C5-A86E-714985BCC24E}"/>
              </a:ext>
            </a:extLst>
          </p:cNvPr>
          <p:cNvSpPr>
            <a:spLocks noGrp="1"/>
          </p:cNvSpPr>
          <p:nvPr>
            <p:ph type="sldNum" sz="quarter" idx="4"/>
          </p:nvPr>
        </p:nvSpPr>
        <p:spPr>
          <a:xfrm>
            <a:off x="14691999" y="8554447"/>
            <a:ext cx="600000" cy="218893"/>
          </a:xfrm>
          <a:prstGeom prst="rect">
            <a:avLst/>
          </a:prstGeom>
        </p:spPr>
        <p:txBody>
          <a:bodyPr vert="horz" lIns="0" tIns="0" rIns="0" bIns="0" rtlCol="0" anchor="ctr"/>
          <a:lstStyle>
            <a:lvl1pPr algn="r">
              <a:defRPr sz="1800" b="1">
                <a:solidFill>
                  <a:schemeClr val="accent1"/>
                </a:solidFill>
              </a:defRPr>
            </a:lvl1pPr>
          </a:lstStyle>
          <a:p>
            <a:fld id="{E6316B6A-336A-44FF-82DA-A4D1594FA055}" type="slidenum">
              <a:rPr lang="en-AU" smtClean="0"/>
              <a:pPr/>
              <a:t>‹#›</a:t>
            </a:fld>
            <a:endParaRPr lang="en-AU"/>
          </a:p>
        </p:txBody>
      </p:sp>
      <p:cxnSp>
        <p:nvCxnSpPr>
          <p:cNvPr id="14" name="Straight Connector 13">
            <a:extLst>
              <a:ext uri="{FF2B5EF4-FFF2-40B4-BE49-F238E27FC236}">
                <a16:creationId xmlns:a16="http://schemas.microsoft.com/office/drawing/2014/main" id="{4105951F-0955-4A48-87CB-0E12A42F8A0E}"/>
              </a:ext>
            </a:extLst>
          </p:cNvPr>
          <p:cNvCxnSpPr/>
          <p:nvPr userDrawn="1"/>
        </p:nvCxnSpPr>
        <p:spPr>
          <a:xfrm>
            <a:off x="964000" y="8172450"/>
            <a:ext cx="143280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748016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dt="0"/>
  <p:txStyles>
    <p:titleStyle>
      <a:lvl1pPr algn="l" defTabSz="1219118" rtl="0" eaLnBrk="1" latinLnBrk="0" hangingPunct="1">
        <a:lnSpc>
          <a:spcPct val="80000"/>
        </a:lnSpc>
        <a:spcBef>
          <a:spcPct val="0"/>
        </a:spcBef>
        <a:buNone/>
        <a:defRPr sz="5300" b="1" kern="1200">
          <a:solidFill>
            <a:schemeClr val="accent1"/>
          </a:solidFill>
          <a:latin typeface="+mj-lt"/>
          <a:ea typeface="+mj-ea"/>
          <a:cs typeface="+mj-cs"/>
        </a:defRPr>
      </a:lvl1pPr>
    </p:titleStyle>
    <p:bodyStyle>
      <a:lvl1pPr marL="240012" indent="-240012" algn="l" defTabSz="1219118" rtl="0" eaLnBrk="1" latinLnBrk="0" hangingPunct="1">
        <a:lnSpc>
          <a:spcPct val="100000"/>
        </a:lnSpc>
        <a:spcBef>
          <a:spcPts val="1200"/>
        </a:spcBef>
        <a:buClr>
          <a:schemeClr val="tx1"/>
        </a:buClr>
        <a:buFont typeface="Arial" panose="020B0604020202020204" pitchFamily="34" charset="0"/>
        <a:buChar char="•"/>
        <a:defRPr sz="2400" kern="1200">
          <a:solidFill>
            <a:schemeClr val="tx1"/>
          </a:solidFill>
          <a:latin typeface="+mn-lt"/>
          <a:ea typeface="+mn-ea"/>
          <a:cs typeface="+mn-cs"/>
        </a:defRPr>
      </a:lvl1pPr>
      <a:lvl2pPr marL="480024" indent="-240012" algn="l" defTabSz="1219118" rtl="0" eaLnBrk="1" latinLnBrk="0" hangingPunct="1">
        <a:lnSpc>
          <a:spcPct val="100000"/>
        </a:lnSpc>
        <a:spcBef>
          <a:spcPts val="400"/>
        </a:spcBef>
        <a:buClr>
          <a:schemeClr val="tx1"/>
        </a:buClr>
        <a:buFont typeface="Arial" panose="020B0604020202020204" pitchFamily="34" charset="0"/>
        <a:buChar char="•"/>
        <a:defRPr sz="2400" kern="1200">
          <a:solidFill>
            <a:schemeClr val="tx1"/>
          </a:solidFill>
          <a:latin typeface="+mn-lt"/>
          <a:ea typeface="+mn-ea"/>
          <a:cs typeface="+mn-cs"/>
        </a:defRPr>
      </a:lvl2pPr>
      <a:lvl3pPr marL="720036" indent="-240012" algn="l" defTabSz="1219118" rtl="0" eaLnBrk="1" latinLnBrk="0" hangingPunct="1">
        <a:lnSpc>
          <a:spcPct val="100000"/>
        </a:lnSpc>
        <a:spcBef>
          <a:spcPts val="400"/>
        </a:spcBef>
        <a:buClr>
          <a:schemeClr val="tx1"/>
        </a:buClr>
        <a:buFont typeface="Arial" panose="020B0604020202020204" pitchFamily="34" charset="0"/>
        <a:buChar char="•"/>
        <a:defRPr sz="2400" kern="1200">
          <a:solidFill>
            <a:schemeClr val="tx1"/>
          </a:solidFill>
          <a:latin typeface="+mn-lt"/>
          <a:ea typeface="+mn-ea"/>
          <a:cs typeface="+mn-cs"/>
        </a:defRPr>
      </a:lvl3pPr>
      <a:lvl4pPr marL="960048" indent="-240012" algn="l" defTabSz="1219118" rtl="0" eaLnBrk="1" latinLnBrk="0" hangingPunct="1">
        <a:lnSpc>
          <a:spcPct val="100000"/>
        </a:lnSpc>
        <a:spcBef>
          <a:spcPts val="400"/>
        </a:spcBef>
        <a:buClr>
          <a:schemeClr val="tx1"/>
        </a:buClr>
        <a:buFont typeface="Arial" panose="020B0604020202020204" pitchFamily="34" charset="0"/>
        <a:buChar char="•"/>
        <a:defRPr sz="2400" kern="1200">
          <a:solidFill>
            <a:schemeClr val="tx1"/>
          </a:solidFill>
          <a:latin typeface="+mn-lt"/>
          <a:ea typeface="+mn-ea"/>
          <a:cs typeface="+mn-cs"/>
        </a:defRPr>
      </a:lvl4pPr>
      <a:lvl5pPr marL="1200060" indent="-240012" algn="l" defTabSz="1219118" rtl="0" eaLnBrk="1" latinLnBrk="0" hangingPunct="1">
        <a:lnSpc>
          <a:spcPct val="100000"/>
        </a:lnSpc>
        <a:spcBef>
          <a:spcPts val="400"/>
        </a:spcBef>
        <a:buClr>
          <a:schemeClr val="tx1"/>
        </a:buClr>
        <a:buFont typeface="Arial" panose="020B0604020202020204" pitchFamily="34" charset="0"/>
        <a:buChar char="•"/>
        <a:defRPr sz="2400" kern="1200">
          <a:solidFill>
            <a:schemeClr val="tx1"/>
          </a:solidFill>
          <a:latin typeface="+mn-lt"/>
          <a:ea typeface="+mn-ea"/>
          <a:cs typeface="+mn-cs"/>
        </a:defRPr>
      </a:lvl5pPr>
      <a:lvl6pPr marL="3352577" indent="-304779" algn="l" defTabSz="1219118" rtl="0" eaLnBrk="1" latinLnBrk="0" hangingPunct="1">
        <a:lnSpc>
          <a:spcPct val="90000"/>
        </a:lnSpc>
        <a:spcBef>
          <a:spcPts val="667"/>
        </a:spcBef>
        <a:buFont typeface="Arial" panose="020B0604020202020204" pitchFamily="34" charset="0"/>
        <a:buChar char="•"/>
        <a:defRPr sz="2267" kern="1200">
          <a:solidFill>
            <a:schemeClr val="tx1"/>
          </a:solidFill>
          <a:latin typeface="+mn-lt"/>
          <a:ea typeface="+mn-ea"/>
          <a:cs typeface="+mn-cs"/>
        </a:defRPr>
      </a:lvl6pPr>
      <a:lvl7pPr marL="3962135" indent="-304779" algn="l" defTabSz="1219118" rtl="0" eaLnBrk="1" latinLnBrk="0" hangingPunct="1">
        <a:lnSpc>
          <a:spcPct val="90000"/>
        </a:lnSpc>
        <a:spcBef>
          <a:spcPts val="667"/>
        </a:spcBef>
        <a:buFont typeface="Arial" panose="020B0604020202020204" pitchFamily="34" charset="0"/>
        <a:buChar char="•"/>
        <a:defRPr sz="2267" kern="1200">
          <a:solidFill>
            <a:schemeClr val="tx1"/>
          </a:solidFill>
          <a:latin typeface="+mn-lt"/>
          <a:ea typeface="+mn-ea"/>
          <a:cs typeface="+mn-cs"/>
        </a:defRPr>
      </a:lvl7pPr>
      <a:lvl8pPr marL="4571695" indent="-304779" algn="l" defTabSz="1219118" rtl="0" eaLnBrk="1" latinLnBrk="0" hangingPunct="1">
        <a:lnSpc>
          <a:spcPct val="90000"/>
        </a:lnSpc>
        <a:spcBef>
          <a:spcPts val="667"/>
        </a:spcBef>
        <a:buFont typeface="Arial" panose="020B0604020202020204" pitchFamily="34" charset="0"/>
        <a:buChar char="•"/>
        <a:defRPr sz="2267" kern="1200">
          <a:solidFill>
            <a:schemeClr val="tx1"/>
          </a:solidFill>
          <a:latin typeface="+mn-lt"/>
          <a:ea typeface="+mn-ea"/>
          <a:cs typeface="+mn-cs"/>
        </a:defRPr>
      </a:lvl8pPr>
      <a:lvl9pPr marL="5181254" indent="-304779" algn="l" defTabSz="1219118" rtl="0" eaLnBrk="1" latinLnBrk="0" hangingPunct="1">
        <a:lnSpc>
          <a:spcPct val="90000"/>
        </a:lnSpc>
        <a:spcBef>
          <a:spcPts val="667"/>
        </a:spcBef>
        <a:buFont typeface="Arial" panose="020B0604020202020204" pitchFamily="34" charset="0"/>
        <a:buChar char="•"/>
        <a:defRPr sz="2267" kern="1200">
          <a:solidFill>
            <a:schemeClr val="tx1"/>
          </a:solidFill>
          <a:latin typeface="+mn-lt"/>
          <a:ea typeface="+mn-ea"/>
          <a:cs typeface="+mn-cs"/>
        </a:defRPr>
      </a:lvl9pPr>
    </p:bodyStyle>
    <p:otherStyle>
      <a:defPPr>
        <a:defRPr lang="en-US"/>
      </a:defPPr>
      <a:lvl1pPr marL="0" algn="l" defTabSz="1219118" rtl="0" eaLnBrk="1" latinLnBrk="0" hangingPunct="1">
        <a:defRPr sz="2267" kern="1200">
          <a:solidFill>
            <a:schemeClr val="tx1"/>
          </a:solidFill>
          <a:latin typeface="+mn-lt"/>
          <a:ea typeface="+mn-ea"/>
          <a:cs typeface="+mn-cs"/>
        </a:defRPr>
      </a:lvl1pPr>
      <a:lvl2pPr marL="609558" algn="l" defTabSz="1219118" rtl="0" eaLnBrk="1" latinLnBrk="0" hangingPunct="1">
        <a:defRPr sz="2267" kern="1200">
          <a:solidFill>
            <a:schemeClr val="tx1"/>
          </a:solidFill>
          <a:latin typeface="+mn-lt"/>
          <a:ea typeface="+mn-ea"/>
          <a:cs typeface="+mn-cs"/>
        </a:defRPr>
      </a:lvl2pPr>
      <a:lvl3pPr marL="1219118" algn="l" defTabSz="1219118" rtl="0" eaLnBrk="1" latinLnBrk="0" hangingPunct="1">
        <a:defRPr sz="2267" kern="1200">
          <a:solidFill>
            <a:schemeClr val="tx1"/>
          </a:solidFill>
          <a:latin typeface="+mn-lt"/>
          <a:ea typeface="+mn-ea"/>
          <a:cs typeface="+mn-cs"/>
        </a:defRPr>
      </a:lvl3pPr>
      <a:lvl4pPr marL="1828677" algn="l" defTabSz="1219118" rtl="0" eaLnBrk="1" latinLnBrk="0" hangingPunct="1">
        <a:defRPr sz="2267" kern="1200">
          <a:solidFill>
            <a:schemeClr val="tx1"/>
          </a:solidFill>
          <a:latin typeface="+mn-lt"/>
          <a:ea typeface="+mn-ea"/>
          <a:cs typeface="+mn-cs"/>
        </a:defRPr>
      </a:lvl4pPr>
      <a:lvl5pPr marL="2438238" algn="l" defTabSz="1219118" rtl="0" eaLnBrk="1" latinLnBrk="0" hangingPunct="1">
        <a:defRPr sz="2267" kern="1200">
          <a:solidFill>
            <a:schemeClr val="tx1"/>
          </a:solidFill>
          <a:latin typeface="+mn-lt"/>
          <a:ea typeface="+mn-ea"/>
          <a:cs typeface="+mn-cs"/>
        </a:defRPr>
      </a:lvl5pPr>
      <a:lvl6pPr marL="3047798" algn="l" defTabSz="1219118" rtl="0" eaLnBrk="1" latinLnBrk="0" hangingPunct="1">
        <a:defRPr sz="2267" kern="1200">
          <a:solidFill>
            <a:schemeClr val="tx1"/>
          </a:solidFill>
          <a:latin typeface="+mn-lt"/>
          <a:ea typeface="+mn-ea"/>
          <a:cs typeface="+mn-cs"/>
        </a:defRPr>
      </a:lvl6pPr>
      <a:lvl7pPr marL="3657356" algn="l" defTabSz="1219118" rtl="0" eaLnBrk="1" latinLnBrk="0" hangingPunct="1">
        <a:defRPr sz="2267" kern="1200">
          <a:solidFill>
            <a:schemeClr val="tx1"/>
          </a:solidFill>
          <a:latin typeface="+mn-lt"/>
          <a:ea typeface="+mn-ea"/>
          <a:cs typeface="+mn-cs"/>
        </a:defRPr>
      </a:lvl7pPr>
      <a:lvl8pPr marL="4266916" algn="l" defTabSz="1219118" rtl="0" eaLnBrk="1" latinLnBrk="0" hangingPunct="1">
        <a:defRPr sz="2267" kern="1200">
          <a:solidFill>
            <a:schemeClr val="tx1"/>
          </a:solidFill>
          <a:latin typeface="+mn-lt"/>
          <a:ea typeface="+mn-ea"/>
          <a:cs typeface="+mn-cs"/>
        </a:defRPr>
      </a:lvl8pPr>
      <a:lvl9pPr marL="4876474" algn="l" defTabSz="1219118" rtl="0" eaLnBrk="1" latinLnBrk="0" hangingPunct="1">
        <a:defRPr sz="2267"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BA72BF9-7175-4CFA-8863-3818E6A1E246}"/>
              </a:ext>
            </a:extLst>
          </p:cNvPr>
          <p:cNvSpPr>
            <a:spLocks noGrp="1"/>
          </p:cNvSpPr>
          <p:nvPr>
            <p:ph type="title"/>
          </p:nvPr>
        </p:nvSpPr>
        <p:spPr/>
        <p:txBody>
          <a:bodyPr/>
          <a:lstStyle/>
          <a:p>
            <a:r>
              <a:rPr lang="en-AU" dirty="0">
                <a:solidFill>
                  <a:schemeClr val="bg1"/>
                </a:solidFill>
              </a:rPr>
              <a:t>Email channel update</a:t>
            </a:r>
          </a:p>
        </p:txBody>
      </p:sp>
    </p:spTree>
    <p:extLst>
      <p:ext uri="{BB962C8B-B14F-4D97-AF65-F5344CB8AC3E}">
        <p14:creationId xmlns:p14="http://schemas.microsoft.com/office/powerpoint/2010/main" val="1102661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391-1CEE-4EBA-B14D-7A4C81C286CC}"/>
              </a:ext>
            </a:extLst>
          </p:cNvPr>
          <p:cNvSpPr>
            <a:spLocks noGrp="1"/>
          </p:cNvSpPr>
          <p:nvPr>
            <p:ph type="title"/>
          </p:nvPr>
        </p:nvSpPr>
        <p:spPr/>
        <p:txBody>
          <a:bodyPr/>
          <a:lstStyle/>
          <a:p>
            <a:r>
              <a:rPr lang="en-AU" dirty="0"/>
              <a:t>Email Templates</a:t>
            </a:r>
          </a:p>
        </p:txBody>
      </p:sp>
      <p:sp>
        <p:nvSpPr>
          <p:cNvPr id="3" name="Footer Placeholder 2">
            <a:extLst>
              <a:ext uri="{FF2B5EF4-FFF2-40B4-BE49-F238E27FC236}">
                <a16:creationId xmlns:a16="http://schemas.microsoft.com/office/drawing/2014/main" id="{A52E0CD2-3D49-43A8-B96E-B34838EF2B51}"/>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DED98052-9C4B-4357-B6C5-287486B796B1}"/>
              </a:ext>
            </a:extLst>
          </p:cNvPr>
          <p:cNvSpPr>
            <a:spLocks noGrp="1"/>
          </p:cNvSpPr>
          <p:nvPr>
            <p:ph type="sldNum" sz="quarter" idx="12"/>
          </p:nvPr>
        </p:nvSpPr>
        <p:spPr/>
        <p:txBody>
          <a:bodyPr/>
          <a:lstStyle/>
          <a:p>
            <a:fld id="{E6316B6A-336A-44FF-82DA-A4D1594FA055}" type="slidenum">
              <a:rPr lang="en-AU" smtClean="0"/>
              <a:t>2</a:t>
            </a:fld>
            <a:endParaRPr lang="en-AU"/>
          </a:p>
        </p:txBody>
      </p:sp>
    </p:spTree>
    <p:extLst>
      <p:ext uri="{BB962C8B-B14F-4D97-AF65-F5344CB8AC3E}">
        <p14:creationId xmlns:p14="http://schemas.microsoft.com/office/powerpoint/2010/main" val="1983661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A7062AF-34BB-4DDB-8EA2-3C54FEBB85B6}"/>
              </a:ext>
            </a:extLst>
          </p:cNvPr>
          <p:cNvSpPr>
            <a:spLocks noGrp="1"/>
          </p:cNvSpPr>
          <p:nvPr>
            <p:ph idx="1"/>
          </p:nvPr>
        </p:nvSpPr>
        <p:spPr>
          <a:xfrm>
            <a:off x="963999" y="2045964"/>
            <a:ext cx="6840000" cy="5400000"/>
          </a:xfrm>
        </p:spPr>
        <p:txBody>
          <a:bodyPr/>
          <a:lstStyle/>
          <a:p>
            <a:pPr marL="0" indent="0">
              <a:buNone/>
            </a:pPr>
            <a:r>
              <a:rPr lang="en-AU" sz="1800" b="1" dirty="0"/>
              <a:t>Be You </a:t>
            </a:r>
          </a:p>
          <a:p>
            <a:r>
              <a:rPr lang="en-AU" sz="1800" dirty="0"/>
              <a:t>New email template has been designed, implemented and in action</a:t>
            </a:r>
          </a:p>
          <a:p>
            <a:r>
              <a:rPr lang="en-AU" sz="1800" dirty="0"/>
              <a:t>Mobile responsive</a:t>
            </a:r>
          </a:p>
          <a:p>
            <a:r>
              <a:rPr lang="en-AU" sz="1800" dirty="0"/>
              <a:t>On Brand</a:t>
            </a:r>
          </a:p>
          <a:p>
            <a:r>
              <a:rPr lang="en-AU" sz="1800" dirty="0"/>
              <a:t>Easier to use</a:t>
            </a:r>
          </a:p>
          <a:p>
            <a:r>
              <a:rPr lang="en-AU" sz="1800" dirty="0"/>
              <a:t>Visually more appealing </a:t>
            </a:r>
          </a:p>
          <a:p>
            <a:r>
              <a:rPr lang="en-AU" sz="1800" dirty="0"/>
              <a:t>Tested on multiple email clients and devices</a:t>
            </a:r>
          </a:p>
          <a:p>
            <a:r>
              <a:rPr lang="en-AU" sz="1800" dirty="0"/>
              <a:t>Multiple different visuals and layouts available to suit different email goals</a:t>
            </a:r>
          </a:p>
          <a:p>
            <a:endParaRPr lang="en-AU" sz="1800" dirty="0"/>
          </a:p>
          <a:p>
            <a:endParaRPr lang="en-AU" sz="1800" dirty="0"/>
          </a:p>
        </p:txBody>
      </p:sp>
      <p:sp>
        <p:nvSpPr>
          <p:cNvPr id="3" name="Footer Placeholder 2">
            <a:extLst>
              <a:ext uri="{FF2B5EF4-FFF2-40B4-BE49-F238E27FC236}">
                <a16:creationId xmlns:a16="http://schemas.microsoft.com/office/drawing/2014/main" id="{CA9EDF5C-B006-4054-AEF4-14FB877F20B8}"/>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5F466D30-042C-4F4E-ADDA-23AD963700AE}"/>
              </a:ext>
            </a:extLst>
          </p:cNvPr>
          <p:cNvSpPr>
            <a:spLocks noGrp="1"/>
          </p:cNvSpPr>
          <p:nvPr>
            <p:ph type="sldNum" sz="quarter" idx="12"/>
          </p:nvPr>
        </p:nvSpPr>
        <p:spPr/>
        <p:txBody>
          <a:bodyPr/>
          <a:lstStyle/>
          <a:p>
            <a:fld id="{E6316B6A-336A-44FF-82DA-A4D1594FA055}" type="slidenum">
              <a:rPr lang="en-AU" smtClean="0"/>
              <a:t>3</a:t>
            </a:fld>
            <a:endParaRPr lang="en-AU"/>
          </a:p>
        </p:txBody>
      </p:sp>
      <p:sp>
        <p:nvSpPr>
          <p:cNvPr id="5" name="Title 4">
            <a:extLst>
              <a:ext uri="{FF2B5EF4-FFF2-40B4-BE49-F238E27FC236}">
                <a16:creationId xmlns:a16="http://schemas.microsoft.com/office/drawing/2014/main" id="{A9A04E83-ED3E-49DE-8D9A-3ED79FCA9677}"/>
              </a:ext>
            </a:extLst>
          </p:cNvPr>
          <p:cNvSpPr>
            <a:spLocks noGrp="1"/>
          </p:cNvSpPr>
          <p:nvPr>
            <p:ph type="title"/>
          </p:nvPr>
        </p:nvSpPr>
        <p:spPr/>
        <p:txBody>
          <a:bodyPr/>
          <a:lstStyle/>
          <a:p>
            <a:r>
              <a:rPr lang="en-AU" dirty="0"/>
              <a:t>Email Templates</a:t>
            </a:r>
          </a:p>
        </p:txBody>
      </p:sp>
      <p:sp>
        <p:nvSpPr>
          <p:cNvPr id="7" name="Content Placeholder 6">
            <a:extLst>
              <a:ext uri="{FF2B5EF4-FFF2-40B4-BE49-F238E27FC236}">
                <a16:creationId xmlns:a16="http://schemas.microsoft.com/office/drawing/2014/main" id="{86B9731A-D705-4C6A-8EB7-982DF4E2457F}"/>
              </a:ext>
            </a:extLst>
          </p:cNvPr>
          <p:cNvSpPr>
            <a:spLocks noGrp="1"/>
          </p:cNvSpPr>
          <p:nvPr>
            <p:ph idx="13"/>
          </p:nvPr>
        </p:nvSpPr>
        <p:spPr>
          <a:xfrm>
            <a:off x="8451999" y="2045964"/>
            <a:ext cx="6840000" cy="5400000"/>
          </a:xfrm>
        </p:spPr>
        <p:txBody>
          <a:bodyPr/>
          <a:lstStyle/>
          <a:p>
            <a:pPr marL="0" indent="0">
              <a:buNone/>
            </a:pPr>
            <a:r>
              <a:rPr lang="en-AU" sz="1800" b="1" dirty="0"/>
              <a:t>Beyond Blue </a:t>
            </a:r>
          </a:p>
          <a:p>
            <a:r>
              <a:rPr lang="en-AU" sz="1800" dirty="0"/>
              <a:t>Currently being briefed to our agency</a:t>
            </a:r>
          </a:p>
          <a:p>
            <a:r>
              <a:rPr lang="en-AU" sz="1800" dirty="0"/>
              <a:t>Utilizing our brand guidelines </a:t>
            </a:r>
          </a:p>
          <a:p>
            <a:r>
              <a:rPr lang="en-AU" sz="1800" dirty="0"/>
              <a:t>Incorporating best practices</a:t>
            </a:r>
          </a:p>
          <a:p>
            <a:endParaRPr lang="en-AU" sz="1800" dirty="0"/>
          </a:p>
          <a:p>
            <a:endParaRPr lang="en-AU" sz="1800" dirty="0"/>
          </a:p>
        </p:txBody>
      </p:sp>
    </p:spTree>
    <p:extLst>
      <p:ext uri="{BB962C8B-B14F-4D97-AF65-F5344CB8AC3E}">
        <p14:creationId xmlns:p14="http://schemas.microsoft.com/office/powerpoint/2010/main" val="2795825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9DF5686-0AE3-49E7-A4F4-22BB2F8BD57E}"/>
              </a:ext>
            </a:extLst>
          </p:cNvPr>
          <p:cNvSpPr>
            <a:spLocks noGrp="1"/>
          </p:cNvSpPr>
          <p:nvPr>
            <p:ph type="ftr" sz="quarter" idx="11"/>
          </p:nvPr>
        </p:nvSpPr>
        <p:spPr>
          <a:xfrm>
            <a:off x="7804172" y="8510521"/>
            <a:ext cx="6887827" cy="218893"/>
          </a:xfrm>
        </p:spPr>
        <p:txBody>
          <a:bodyPr/>
          <a:lstStyle/>
          <a:p>
            <a:r>
              <a:rPr lang="en-AU"/>
              <a:t>© Beyond Blue Ltd</a:t>
            </a:r>
          </a:p>
        </p:txBody>
      </p:sp>
      <p:sp>
        <p:nvSpPr>
          <p:cNvPr id="4" name="Slide Number Placeholder 3">
            <a:extLst>
              <a:ext uri="{FF2B5EF4-FFF2-40B4-BE49-F238E27FC236}">
                <a16:creationId xmlns:a16="http://schemas.microsoft.com/office/drawing/2014/main" id="{B77E5D65-0B50-4DED-AF13-DD19219274C0}"/>
              </a:ext>
            </a:extLst>
          </p:cNvPr>
          <p:cNvSpPr>
            <a:spLocks noGrp="1"/>
          </p:cNvSpPr>
          <p:nvPr>
            <p:ph type="sldNum" sz="quarter" idx="12"/>
          </p:nvPr>
        </p:nvSpPr>
        <p:spPr/>
        <p:txBody>
          <a:bodyPr/>
          <a:lstStyle/>
          <a:p>
            <a:fld id="{E6316B6A-336A-44FF-82DA-A4D1594FA055}" type="slidenum">
              <a:rPr lang="en-AU" smtClean="0"/>
              <a:t>4</a:t>
            </a:fld>
            <a:endParaRPr lang="en-AU"/>
          </a:p>
        </p:txBody>
      </p:sp>
      <p:sp>
        <p:nvSpPr>
          <p:cNvPr id="5" name="Title 4">
            <a:extLst>
              <a:ext uri="{FF2B5EF4-FFF2-40B4-BE49-F238E27FC236}">
                <a16:creationId xmlns:a16="http://schemas.microsoft.com/office/drawing/2014/main" id="{41CA061B-4FEF-4A10-8EFB-2BEDD7EA3409}"/>
              </a:ext>
            </a:extLst>
          </p:cNvPr>
          <p:cNvSpPr>
            <a:spLocks noGrp="1"/>
          </p:cNvSpPr>
          <p:nvPr>
            <p:ph type="title"/>
          </p:nvPr>
        </p:nvSpPr>
        <p:spPr>
          <a:xfrm>
            <a:off x="1024268" y="680619"/>
            <a:ext cx="14328000" cy="558246"/>
          </a:xfrm>
        </p:spPr>
        <p:txBody>
          <a:bodyPr/>
          <a:lstStyle/>
          <a:p>
            <a:r>
              <a:rPr lang="en-AU" dirty="0"/>
              <a:t>Be You Email Templates</a:t>
            </a:r>
          </a:p>
        </p:txBody>
      </p:sp>
      <p:pic>
        <p:nvPicPr>
          <p:cNvPr id="8" name="Picture 7">
            <a:extLst>
              <a:ext uri="{FF2B5EF4-FFF2-40B4-BE49-F238E27FC236}">
                <a16:creationId xmlns:a16="http://schemas.microsoft.com/office/drawing/2014/main" id="{D5A76F74-6B97-49C8-A6FA-81C7D4E21553}"/>
              </a:ext>
            </a:extLst>
          </p:cNvPr>
          <p:cNvPicPr>
            <a:picLocks noChangeAspect="1"/>
          </p:cNvPicPr>
          <p:nvPr/>
        </p:nvPicPr>
        <p:blipFill>
          <a:blip r:embed="rId2"/>
          <a:stretch>
            <a:fillRect/>
          </a:stretch>
        </p:blipFill>
        <p:spPr>
          <a:xfrm>
            <a:off x="1345425" y="1755648"/>
            <a:ext cx="3229310" cy="5918290"/>
          </a:xfrm>
          <a:prstGeom prst="rect">
            <a:avLst/>
          </a:prstGeom>
        </p:spPr>
      </p:pic>
      <p:pic>
        <p:nvPicPr>
          <p:cNvPr id="10" name="Picture 9">
            <a:extLst>
              <a:ext uri="{FF2B5EF4-FFF2-40B4-BE49-F238E27FC236}">
                <a16:creationId xmlns:a16="http://schemas.microsoft.com/office/drawing/2014/main" id="{0CAECF43-EB5B-409A-B258-E102E6FB4556}"/>
              </a:ext>
            </a:extLst>
          </p:cNvPr>
          <p:cNvPicPr>
            <a:picLocks noChangeAspect="1"/>
          </p:cNvPicPr>
          <p:nvPr/>
        </p:nvPicPr>
        <p:blipFill>
          <a:blip r:embed="rId3"/>
          <a:stretch>
            <a:fillRect/>
          </a:stretch>
        </p:blipFill>
        <p:spPr>
          <a:xfrm>
            <a:off x="5095163" y="1755648"/>
            <a:ext cx="3156421" cy="5918290"/>
          </a:xfrm>
          <a:prstGeom prst="rect">
            <a:avLst/>
          </a:prstGeom>
        </p:spPr>
      </p:pic>
      <p:pic>
        <p:nvPicPr>
          <p:cNvPr id="11" name="Picture 10">
            <a:extLst>
              <a:ext uri="{FF2B5EF4-FFF2-40B4-BE49-F238E27FC236}">
                <a16:creationId xmlns:a16="http://schemas.microsoft.com/office/drawing/2014/main" id="{421FFD07-32F8-4C6C-BE1B-1BF55FDC5203}"/>
              </a:ext>
            </a:extLst>
          </p:cNvPr>
          <p:cNvPicPr>
            <a:picLocks noChangeAspect="1"/>
          </p:cNvPicPr>
          <p:nvPr/>
        </p:nvPicPr>
        <p:blipFill>
          <a:blip r:embed="rId4"/>
          <a:stretch>
            <a:fillRect/>
          </a:stretch>
        </p:blipFill>
        <p:spPr>
          <a:xfrm>
            <a:off x="8736264" y="1755648"/>
            <a:ext cx="2902857" cy="5918290"/>
          </a:xfrm>
          <a:prstGeom prst="rect">
            <a:avLst/>
          </a:prstGeom>
        </p:spPr>
      </p:pic>
      <p:pic>
        <p:nvPicPr>
          <p:cNvPr id="12" name="Picture 11">
            <a:extLst>
              <a:ext uri="{FF2B5EF4-FFF2-40B4-BE49-F238E27FC236}">
                <a16:creationId xmlns:a16="http://schemas.microsoft.com/office/drawing/2014/main" id="{A3577DC2-8001-4359-AF46-8942F0B8D765}"/>
              </a:ext>
            </a:extLst>
          </p:cNvPr>
          <p:cNvPicPr>
            <a:picLocks noChangeAspect="1"/>
          </p:cNvPicPr>
          <p:nvPr/>
        </p:nvPicPr>
        <p:blipFill>
          <a:blip r:embed="rId5"/>
          <a:stretch>
            <a:fillRect/>
          </a:stretch>
        </p:blipFill>
        <p:spPr>
          <a:xfrm>
            <a:off x="12132568" y="1755648"/>
            <a:ext cx="2965052" cy="5918290"/>
          </a:xfrm>
          <a:prstGeom prst="rect">
            <a:avLst/>
          </a:prstGeom>
        </p:spPr>
      </p:pic>
      <p:sp>
        <p:nvSpPr>
          <p:cNvPr id="2" name="Rectangle 1">
            <a:extLst>
              <a:ext uri="{FF2B5EF4-FFF2-40B4-BE49-F238E27FC236}">
                <a16:creationId xmlns:a16="http://schemas.microsoft.com/office/drawing/2014/main" id="{252B4BD8-F343-409A-9D43-26E49AEB8C47}"/>
              </a:ext>
            </a:extLst>
          </p:cNvPr>
          <p:cNvSpPr/>
          <p:nvPr/>
        </p:nvSpPr>
        <p:spPr>
          <a:xfrm>
            <a:off x="966553" y="1348947"/>
            <a:ext cx="14328000" cy="276999"/>
          </a:xfrm>
          <a:prstGeom prst="rect">
            <a:avLst/>
          </a:prstGeom>
        </p:spPr>
        <p:txBody>
          <a:bodyPr wrap="square">
            <a:spAutoFit/>
          </a:bodyPr>
          <a:lstStyle/>
          <a:p>
            <a:r>
              <a:rPr lang="en-AU" sz="1200" dirty="0"/>
              <a:t>Just a taster – many more options available</a:t>
            </a:r>
          </a:p>
        </p:txBody>
      </p:sp>
    </p:spTree>
    <p:extLst>
      <p:ext uri="{BB962C8B-B14F-4D97-AF65-F5344CB8AC3E}">
        <p14:creationId xmlns:p14="http://schemas.microsoft.com/office/powerpoint/2010/main" val="2661755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391-1CEE-4EBA-B14D-7A4C81C286CC}"/>
              </a:ext>
            </a:extLst>
          </p:cNvPr>
          <p:cNvSpPr>
            <a:spLocks noGrp="1"/>
          </p:cNvSpPr>
          <p:nvPr>
            <p:ph type="title"/>
          </p:nvPr>
        </p:nvSpPr>
        <p:spPr/>
        <p:txBody>
          <a:bodyPr/>
          <a:lstStyle/>
          <a:p>
            <a:r>
              <a:rPr lang="en-AU" dirty="0"/>
              <a:t>Preference Centres</a:t>
            </a:r>
          </a:p>
        </p:txBody>
      </p:sp>
      <p:sp>
        <p:nvSpPr>
          <p:cNvPr id="3" name="Footer Placeholder 2">
            <a:extLst>
              <a:ext uri="{FF2B5EF4-FFF2-40B4-BE49-F238E27FC236}">
                <a16:creationId xmlns:a16="http://schemas.microsoft.com/office/drawing/2014/main" id="{A52E0CD2-3D49-43A8-B96E-B34838EF2B51}"/>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DED98052-9C4B-4357-B6C5-287486B796B1}"/>
              </a:ext>
            </a:extLst>
          </p:cNvPr>
          <p:cNvSpPr>
            <a:spLocks noGrp="1"/>
          </p:cNvSpPr>
          <p:nvPr>
            <p:ph type="sldNum" sz="quarter" idx="12"/>
          </p:nvPr>
        </p:nvSpPr>
        <p:spPr/>
        <p:txBody>
          <a:bodyPr/>
          <a:lstStyle/>
          <a:p>
            <a:fld id="{E6316B6A-336A-44FF-82DA-A4D1594FA055}" type="slidenum">
              <a:rPr lang="en-AU" smtClean="0"/>
              <a:t>5</a:t>
            </a:fld>
            <a:endParaRPr lang="en-AU"/>
          </a:p>
        </p:txBody>
      </p:sp>
    </p:spTree>
    <p:extLst>
      <p:ext uri="{BB962C8B-B14F-4D97-AF65-F5344CB8AC3E}">
        <p14:creationId xmlns:p14="http://schemas.microsoft.com/office/powerpoint/2010/main" val="3179098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A7062AF-34BB-4DDB-8EA2-3C54FEBB85B6}"/>
              </a:ext>
            </a:extLst>
          </p:cNvPr>
          <p:cNvSpPr>
            <a:spLocks noGrp="1"/>
          </p:cNvSpPr>
          <p:nvPr>
            <p:ph idx="1"/>
          </p:nvPr>
        </p:nvSpPr>
        <p:spPr>
          <a:xfrm>
            <a:off x="963999" y="2045964"/>
            <a:ext cx="6840000" cy="5400000"/>
          </a:xfrm>
        </p:spPr>
        <p:txBody>
          <a:bodyPr/>
          <a:lstStyle/>
          <a:p>
            <a:pPr marL="0" indent="0">
              <a:buNone/>
            </a:pPr>
            <a:r>
              <a:rPr lang="en-AU" sz="1800" b="1" dirty="0"/>
              <a:t>Be You </a:t>
            </a:r>
          </a:p>
          <a:p>
            <a:r>
              <a:rPr lang="en-AU" sz="1800" dirty="0"/>
              <a:t>New preference centres have been implemented </a:t>
            </a:r>
          </a:p>
          <a:p>
            <a:r>
              <a:rPr lang="en-AU" sz="1800" dirty="0"/>
              <a:t>Gives the control back to the audience – becoming more customer centric</a:t>
            </a:r>
          </a:p>
          <a:p>
            <a:r>
              <a:rPr lang="en-AU" sz="1800" dirty="0"/>
              <a:t>Will be in use once communication journeys are kicked off</a:t>
            </a:r>
          </a:p>
          <a:p>
            <a:r>
              <a:rPr lang="en-AU" sz="1800" dirty="0"/>
              <a:t>Specific to pre services &amp; subscribers audience</a:t>
            </a:r>
          </a:p>
          <a:p>
            <a:r>
              <a:rPr lang="en-AU" sz="1800" dirty="0"/>
              <a:t>Data being fed back into the CRM &amp; SFMC to enrich contact data</a:t>
            </a:r>
          </a:p>
          <a:p>
            <a:endParaRPr lang="en-AU" sz="1800" dirty="0"/>
          </a:p>
          <a:p>
            <a:endParaRPr lang="en-AU" sz="1800" dirty="0"/>
          </a:p>
          <a:p>
            <a:endParaRPr lang="en-AU" sz="1800" dirty="0"/>
          </a:p>
        </p:txBody>
      </p:sp>
      <p:sp>
        <p:nvSpPr>
          <p:cNvPr id="3" name="Footer Placeholder 2">
            <a:extLst>
              <a:ext uri="{FF2B5EF4-FFF2-40B4-BE49-F238E27FC236}">
                <a16:creationId xmlns:a16="http://schemas.microsoft.com/office/drawing/2014/main" id="{CA9EDF5C-B006-4054-AEF4-14FB877F20B8}"/>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5F466D30-042C-4F4E-ADDA-23AD963700AE}"/>
              </a:ext>
            </a:extLst>
          </p:cNvPr>
          <p:cNvSpPr>
            <a:spLocks noGrp="1"/>
          </p:cNvSpPr>
          <p:nvPr>
            <p:ph type="sldNum" sz="quarter" idx="12"/>
          </p:nvPr>
        </p:nvSpPr>
        <p:spPr/>
        <p:txBody>
          <a:bodyPr/>
          <a:lstStyle/>
          <a:p>
            <a:fld id="{E6316B6A-336A-44FF-82DA-A4D1594FA055}" type="slidenum">
              <a:rPr lang="en-AU" smtClean="0"/>
              <a:t>6</a:t>
            </a:fld>
            <a:endParaRPr lang="en-AU"/>
          </a:p>
        </p:txBody>
      </p:sp>
      <p:sp>
        <p:nvSpPr>
          <p:cNvPr id="5" name="Title 4">
            <a:extLst>
              <a:ext uri="{FF2B5EF4-FFF2-40B4-BE49-F238E27FC236}">
                <a16:creationId xmlns:a16="http://schemas.microsoft.com/office/drawing/2014/main" id="{A9A04E83-ED3E-49DE-8D9A-3ED79FCA9677}"/>
              </a:ext>
            </a:extLst>
          </p:cNvPr>
          <p:cNvSpPr>
            <a:spLocks noGrp="1"/>
          </p:cNvSpPr>
          <p:nvPr>
            <p:ph type="title"/>
          </p:nvPr>
        </p:nvSpPr>
        <p:spPr/>
        <p:txBody>
          <a:bodyPr/>
          <a:lstStyle/>
          <a:p>
            <a:r>
              <a:rPr lang="en-AU" dirty="0"/>
              <a:t>Preference Centres</a:t>
            </a:r>
          </a:p>
        </p:txBody>
      </p:sp>
      <p:sp>
        <p:nvSpPr>
          <p:cNvPr id="7" name="Content Placeholder 6">
            <a:extLst>
              <a:ext uri="{FF2B5EF4-FFF2-40B4-BE49-F238E27FC236}">
                <a16:creationId xmlns:a16="http://schemas.microsoft.com/office/drawing/2014/main" id="{86B9731A-D705-4C6A-8EB7-982DF4E2457F}"/>
              </a:ext>
            </a:extLst>
          </p:cNvPr>
          <p:cNvSpPr>
            <a:spLocks noGrp="1"/>
          </p:cNvSpPr>
          <p:nvPr>
            <p:ph idx="13"/>
          </p:nvPr>
        </p:nvSpPr>
        <p:spPr>
          <a:xfrm>
            <a:off x="8451999" y="2045964"/>
            <a:ext cx="6840000" cy="5400000"/>
          </a:xfrm>
        </p:spPr>
        <p:txBody>
          <a:bodyPr/>
          <a:lstStyle/>
          <a:p>
            <a:pPr marL="0" indent="0">
              <a:buNone/>
            </a:pPr>
            <a:r>
              <a:rPr lang="en-AU" sz="1800" b="1" dirty="0"/>
              <a:t>Beyond Blue </a:t>
            </a:r>
          </a:p>
          <a:p>
            <a:r>
              <a:rPr lang="en-AU" sz="1800" dirty="0"/>
              <a:t>Currently being briefed to our agency</a:t>
            </a:r>
          </a:p>
          <a:p>
            <a:r>
              <a:rPr lang="en-AU" sz="1800" dirty="0"/>
              <a:t>Will be utilized to grasp a more enriched understanding of our audience </a:t>
            </a:r>
          </a:p>
          <a:p>
            <a:r>
              <a:rPr lang="en-AU" sz="1800" dirty="0"/>
              <a:t>Gives the control back to the audience – becoming more customer centric</a:t>
            </a:r>
          </a:p>
          <a:p>
            <a:r>
              <a:rPr lang="en-AU" sz="1800" dirty="0"/>
              <a:t>Will be used and linked from every email from Beyond Blue</a:t>
            </a:r>
          </a:p>
          <a:p>
            <a:r>
              <a:rPr lang="en-AU" sz="1800" dirty="0"/>
              <a:t>A combination of implicit and explicit behaviour form our subscribers</a:t>
            </a:r>
          </a:p>
          <a:p>
            <a:pPr lvl="2"/>
            <a:r>
              <a:rPr lang="en-AU" sz="1800" dirty="0"/>
              <a:t>Form based feedback</a:t>
            </a:r>
          </a:p>
          <a:p>
            <a:pPr lvl="2"/>
            <a:r>
              <a:rPr lang="en-AU" sz="1800" dirty="0"/>
              <a:t>Click based behaviours</a:t>
            </a:r>
          </a:p>
          <a:p>
            <a:r>
              <a:rPr lang="en-AU" sz="1800" dirty="0"/>
              <a:t>Data being fed back into the CRM &amp; SFMC to enrich contact data</a:t>
            </a:r>
          </a:p>
          <a:p>
            <a:endParaRPr lang="en-AU" sz="1800" dirty="0"/>
          </a:p>
        </p:txBody>
      </p:sp>
    </p:spTree>
    <p:extLst>
      <p:ext uri="{BB962C8B-B14F-4D97-AF65-F5344CB8AC3E}">
        <p14:creationId xmlns:p14="http://schemas.microsoft.com/office/powerpoint/2010/main" val="3086683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3618B94-B467-4E16-B2BA-FDB3C6721FA5}"/>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3D9EA22D-08BF-4821-9B1D-6869896C66DD}"/>
              </a:ext>
            </a:extLst>
          </p:cNvPr>
          <p:cNvSpPr>
            <a:spLocks noGrp="1"/>
          </p:cNvSpPr>
          <p:nvPr>
            <p:ph type="sldNum" sz="quarter" idx="12"/>
          </p:nvPr>
        </p:nvSpPr>
        <p:spPr/>
        <p:txBody>
          <a:bodyPr/>
          <a:lstStyle/>
          <a:p>
            <a:fld id="{E6316B6A-336A-44FF-82DA-A4D1594FA055}" type="slidenum">
              <a:rPr lang="en-AU" smtClean="0"/>
              <a:t>7</a:t>
            </a:fld>
            <a:endParaRPr lang="en-AU"/>
          </a:p>
        </p:txBody>
      </p:sp>
      <p:sp>
        <p:nvSpPr>
          <p:cNvPr id="5" name="Title 4">
            <a:extLst>
              <a:ext uri="{FF2B5EF4-FFF2-40B4-BE49-F238E27FC236}">
                <a16:creationId xmlns:a16="http://schemas.microsoft.com/office/drawing/2014/main" id="{A5DF19F0-D0E7-4E58-B652-A6909840B93D}"/>
              </a:ext>
            </a:extLst>
          </p:cNvPr>
          <p:cNvSpPr>
            <a:spLocks noGrp="1"/>
          </p:cNvSpPr>
          <p:nvPr>
            <p:ph type="title"/>
          </p:nvPr>
        </p:nvSpPr>
        <p:spPr/>
        <p:txBody>
          <a:bodyPr/>
          <a:lstStyle/>
          <a:p>
            <a:r>
              <a:rPr lang="en-AU" dirty="0"/>
              <a:t>Be You - Subscriber Preference Centre </a:t>
            </a:r>
          </a:p>
        </p:txBody>
      </p:sp>
      <p:pic>
        <p:nvPicPr>
          <p:cNvPr id="8" name="Picture 7">
            <a:extLst>
              <a:ext uri="{FF2B5EF4-FFF2-40B4-BE49-F238E27FC236}">
                <a16:creationId xmlns:a16="http://schemas.microsoft.com/office/drawing/2014/main" id="{A8564C14-989C-4E58-A5FA-9030826DD049}"/>
              </a:ext>
            </a:extLst>
          </p:cNvPr>
          <p:cNvPicPr>
            <a:picLocks noChangeAspect="1"/>
          </p:cNvPicPr>
          <p:nvPr/>
        </p:nvPicPr>
        <p:blipFill>
          <a:blip r:embed="rId2"/>
          <a:stretch>
            <a:fillRect/>
          </a:stretch>
        </p:blipFill>
        <p:spPr>
          <a:xfrm>
            <a:off x="985831" y="2045964"/>
            <a:ext cx="6513538" cy="2526036"/>
          </a:xfrm>
          <a:prstGeom prst="rect">
            <a:avLst/>
          </a:prstGeom>
        </p:spPr>
      </p:pic>
      <p:sp>
        <p:nvSpPr>
          <p:cNvPr id="11" name="Rectangle 10">
            <a:extLst>
              <a:ext uri="{FF2B5EF4-FFF2-40B4-BE49-F238E27FC236}">
                <a16:creationId xmlns:a16="http://schemas.microsoft.com/office/drawing/2014/main" id="{7F4B34BF-B54B-4FFD-A7E5-FCDBE936EE22}"/>
              </a:ext>
            </a:extLst>
          </p:cNvPr>
          <p:cNvSpPr/>
          <p:nvPr/>
        </p:nvSpPr>
        <p:spPr>
          <a:xfrm>
            <a:off x="881209" y="1348947"/>
            <a:ext cx="14328000" cy="276999"/>
          </a:xfrm>
          <a:prstGeom prst="rect">
            <a:avLst/>
          </a:prstGeom>
        </p:spPr>
        <p:txBody>
          <a:bodyPr wrap="square">
            <a:spAutoFit/>
          </a:bodyPr>
          <a:lstStyle/>
          <a:p>
            <a:r>
              <a:rPr lang="en-AU" sz="1200" dirty="0"/>
              <a:t>https://fe3215707564057a7 21079.pub.s10.sfmc-content.com/yadx3qil2pf?qs=2e5f3995b1834baaa86fcd966333e511</a:t>
            </a:r>
          </a:p>
        </p:txBody>
      </p:sp>
      <p:pic>
        <p:nvPicPr>
          <p:cNvPr id="2" name="Picture 1">
            <a:extLst>
              <a:ext uri="{FF2B5EF4-FFF2-40B4-BE49-F238E27FC236}">
                <a16:creationId xmlns:a16="http://schemas.microsoft.com/office/drawing/2014/main" id="{4965DCF6-D082-4EAA-A4D9-314DA489365A}"/>
              </a:ext>
            </a:extLst>
          </p:cNvPr>
          <p:cNvPicPr>
            <a:picLocks noChangeAspect="1"/>
          </p:cNvPicPr>
          <p:nvPr/>
        </p:nvPicPr>
        <p:blipFill>
          <a:blip r:embed="rId3"/>
          <a:stretch>
            <a:fillRect/>
          </a:stretch>
        </p:blipFill>
        <p:spPr>
          <a:xfrm>
            <a:off x="7784834" y="2045964"/>
            <a:ext cx="7485335" cy="5945446"/>
          </a:xfrm>
          <a:prstGeom prst="rect">
            <a:avLst/>
          </a:prstGeom>
        </p:spPr>
      </p:pic>
      <p:pic>
        <p:nvPicPr>
          <p:cNvPr id="10" name="Picture 9">
            <a:extLst>
              <a:ext uri="{FF2B5EF4-FFF2-40B4-BE49-F238E27FC236}">
                <a16:creationId xmlns:a16="http://schemas.microsoft.com/office/drawing/2014/main" id="{ACF756E9-F59F-4423-AA07-5112B0CEEB5B}"/>
              </a:ext>
            </a:extLst>
          </p:cNvPr>
          <p:cNvPicPr>
            <a:picLocks noChangeAspect="1"/>
          </p:cNvPicPr>
          <p:nvPr/>
        </p:nvPicPr>
        <p:blipFill>
          <a:blip r:embed="rId4"/>
          <a:stretch>
            <a:fillRect/>
          </a:stretch>
        </p:blipFill>
        <p:spPr>
          <a:xfrm>
            <a:off x="985831" y="5105934"/>
            <a:ext cx="6513538" cy="2885476"/>
          </a:xfrm>
          <a:prstGeom prst="rect">
            <a:avLst/>
          </a:prstGeom>
        </p:spPr>
      </p:pic>
    </p:spTree>
    <p:extLst>
      <p:ext uri="{BB962C8B-B14F-4D97-AF65-F5344CB8AC3E}">
        <p14:creationId xmlns:p14="http://schemas.microsoft.com/office/powerpoint/2010/main" val="2937766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391-1CEE-4EBA-B14D-7A4C81C286CC}"/>
              </a:ext>
            </a:extLst>
          </p:cNvPr>
          <p:cNvSpPr>
            <a:spLocks noGrp="1"/>
          </p:cNvSpPr>
          <p:nvPr>
            <p:ph type="title"/>
          </p:nvPr>
        </p:nvSpPr>
        <p:spPr/>
        <p:txBody>
          <a:bodyPr/>
          <a:lstStyle/>
          <a:p>
            <a:r>
              <a:rPr lang="en-AU" dirty="0"/>
              <a:t>Education</a:t>
            </a:r>
            <a:br>
              <a:rPr lang="en-AU" dirty="0"/>
            </a:br>
            <a:r>
              <a:rPr lang="en-AU" dirty="0"/>
              <a:t>Series</a:t>
            </a:r>
          </a:p>
        </p:txBody>
      </p:sp>
      <p:sp>
        <p:nvSpPr>
          <p:cNvPr id="3" name="Footer Placeholder 2">
            <a:extLst>
              <a:ext uri="{FF2B5EF4-FFF2-40B4-BE49-F238E27FC236}">
                <a16:creationId xmlns:a16="http://schemas.microsoft.com/office/drawing/2014/main" id="{A52E0CD2-3D49-43A8-B96E-B34838EF2B51}"/>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DED98052-9C4B-4357-B6C5-287486B796B1}"/>
              </a:ext>
            </a:extLst>
          </p:cNvPr>
          <p:cNvSpPr>
            <a:spLocks noGrp="1"/>
          </p:cNvSpPr>
          <p:nvPr>
            <p:ph type="sldNum" sz="quarter" idx="12"/>
          </p:nvPr>
        </p:nvSpPr>
        <p:spPr/>
        <p:txBody>
          <a:bodyPr/>
          <a:lstStyle/>
          <a:p>
            <a:fld id="{E6316B6A-336A-44FF-82DA-A4D1594FA055}" type="slidenum">
              <a:rPr lang="en-AU" smtClean="0"/>
              <a:t>8</a:t>
            </a:fld>
            <a:endParaRPr lang="en-AU"/>
          </a:p>
        </p:txBody>
      </p:sp>
    </p:spTree>
    <p:extLst>
      <p:ext uri="{BB962C8B-B14F-4D97-AF65-F5344CB8AC3E}">
        <p14:creationId xmlns:p14="http://schemas.microsoft.com/office/powerpoint/2010/main" val="2287338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095387E-D65E-4CFE-AF74-5604C620CD3A}"/>
              </a:ext>
            </a:extLst>
          </p:cNvPr>
          <p:cNvSpPr>
            <a:spLocks noGrp="1"/>
          </p:cNvSpPr>
          <p:nvPr>
            <p:ph idx="1"/>
          </p:nvPr>
        </p:nvSpPr>
        <p:spPr>
          <a:xfrm>
            <a:off x="963999" y="2045964"/>
            <a:ext cx="6840000" cy="5400000"/>
          </a:xfrm>
        </p:spPr>
        <p:txBody>
          <a:bodyPr/>
          <a:lstStyle/>
          <a:p>
            <a:pPr marL="0" indent="0">
              <a:buNone/>
            </a:pPr>
            <a:r>
              <a:rPr lang="en-AU" sz="1800" b="1" dirty="0"/>
              <a:t>What is it?</a:t>
            </a:r>
          </a:p>
          <a:p>
            <a:pPr marL="0" indent="0">
              <a:buNone/>
            </a:pPr>
            <a:r>
              <a:rPr lang="en-AU" sz="1800" dirty="0"/>
              <a:t>A series of sessions to showcase and educate the organisation on email and SMS. </a:t>
            </a:r>
          </a:p>
          <a:p>
            <a:pPr marL="0" indent="0">
              <a:buNone/>
            </a:pPr>
            <a:endParaRPr lang="en-AU" sz="1800" dirty="0"/>
          </a:p>
          <a:p>
            <a:pPr marL="0" indent="0">
              <a:buNone/>
            </a:pPr>
            <a:r>
              <a:rPr lang="en-AU" sz="1800" dirty="0"/>
              <a:t>These sessions will include the following:</a:t>
            </a:r>
          </a:p>
          <a:p>
            <a:r>
              <a:rPr lang="en-AU" sz="1800" dirty="0"/>
              <a:t>Each topic explained</a:t>
            </a:r>
          </a:p>
          <a:p>
            <a:r>
              <a:rPr lang="en-AU" sz="1800" dirty="0"/>
              <a:t>Best practices</a:t>
            </a:r>
          </a:p>
          <a:p>
            <a:r>
              <a:rPr lang="en-AU" sz="1800" dirty="0"/>
              <a:t>How we use it within email campaigns and journeys</a:t>
            </a:r>
          </a:p>
          <a:p>
            <a:r>
              <a:rPr lang="en-AU" sz="1800" dirty="0"/>
              <a:t>Discussion on benefits for Beyond Blue &amp; Be You</a:t>
            </a:r>
          </a:p>
          <a:p>
            <a:r>
              <a:rPr lang="en-AU" sz="1800" dirty="0"/>
              <a:t>Examples</a:t>
            </a:r>
          </a:p>
          <a:p>
            <a:r>
              <a:rPr lang="en-AU" sz="1800" dirty="0"/>
              <a:t>Question time</a:t>
            </a:r>
            <a:endParaRPr lang="en-AU" dirty="0"/>
          </a:p>
          <a:p>
            <a:endParaRPr lang="en-AU" dirty="0"/>
          </a:p>
        </p:txBody>
      </p:sp>
      <p:sp>
        <p:nvSpPr>
          <p:cNvPr id="3" name="Footer Placeholder 2">
            <a:extLst>
              <a:ext uri="{FF2B5EF4-FFF2-40B4-BE49-F238E27FC236}">
                <a16:creationId xmlns:a16="http://schemas.microsoft.com/office/drawing/2014/main" id="{4101AF1E-78A2-4D19-9FB6-223F53C7107E}"/>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E86D6B14-AD0E-4527-8801-A23A2CEC87AF}"/>
              </a:ext>
            </a:extLst>
          </p:cNvPr>
          <p:cNvSpPr>
            <a:spLocks noGrp="1"/>
          </p:cNvSpPr>
          <p:nvPr>
            <p:ph type="sldNum" sz="quarter" idx="12"/>
          </p:nvPr>
        </p:nvSpPr>
        <p:spPr/>
        <p:txBody>
          <a:bodyPr/>
          <a:lstStyle/>
          <a:p>
            <a:fld id="{E6316B6A-336A-44FF-82DA-A4D1594FA055}" type="slidenum">
              <a:rPr lang="en-AU" smtClean="0"/>
              <a:t>9</a:t>
            </a:fld>
            <a:endParaRPr lang="en-AU"/>
          </a:p>
        </p:txBody>
      </p:sp>
      <p:sp>
        <p:nvSpPr>
          <p:cNvPr id="5" name="Title 4">
            <a:extLst>
              <a:ext uri="{FF2B5EF4-FFF2-40B4-BE49-F238E27FC236}">
                <a16:creationId xmlns:a16="http://schemas.microsoft.com/office/drawing/2014/main" id="{579FA5D9-5601-4BF1-ABE9-96B8543C161A}"/>
              </a:ext>
            </a:extLst>
          </p:cNvPr>
          <p:cNvSpPr>
            <a:spLocks noGrp="1"/>
          </p:cNvSpPr>
          <p:nvPr>
            <p:ph type="title"/>
          </p:nvPr>
        </p:nvSpPr>
        <p:spPr/>
        <p:txBody>
          <a:bodyPr/>
          <a:lstStyle/>
          <a:p>
            <a:r>
              <a:rPr lang="en-AU" dirty="0"/>
              <a:t>Email &amp; SMS Education Series</a:t>
            </a:r>
          </a:p>
        </p:txBody>
      </p:sp>
      <p:sp>
        <p:nvSpPr>
          <p:cNvPr id="7" name="Content Placeholder 6">
            <a:extLst>
              <a:ext uri="{FF2B5EF4-FFF2-40B4-BE49-F238E27FC236}">
                <a16:creationId xmlns:a16="http://schemas.microsoft.com/office/drawing/2014/main" id="{825EF323-A679-401A-8210-617165F0352C}"/>
              </a:ext>
            </a:extLst>
          </p:cNvPr>
          <p:cNvSpPr>
            <a:spLocks noGrp="1"/>
          </p:cNvSpPr>
          <p:nvPr>
            <p:ph idx="13"/>
          </p:nvPr>
        </p:nvSpPr>
        <p:spPr>
          <a:xfrm>
            <a:off x="8451999" y="2045964"/>
            <a:ext cx="6840000" cy="5400000"/>
          </a:xfrm>
        </p:spPr>
        <p:txBody>
          <a:bodyPr/>
          <a:lstStyle/>
          <a:p>
            <a:pPr marL="0" indent="0">
              <a:buNone/>
            </a:pPr>
            <a:r>
              <a:rPr lang="en-AU" sz="1800" b="1" dirty="0"/>
              <a:t>The topics that are covered will be the following</a:t>
            </a:r>
          </a:p>
          <a:p>
            <a:r>
              <a:rPr lang="en-AU" sz="1800" dirty="0"/>
              <a:t>Subject Lines</a:t>
            </a:r>
          </a:p>
          <a:p>
            <a:r>
              <a:rPr lang="en-AU" sz="1800" dirty="0"/>
              <a:t>Pre Headers</a:t>
            </a:r>
          </a:p>
          <a:p>
            <a:r>
              <a:rPr lang="en-AU" sz="1800" dirty="0"/>
              <a:t>Personalisation</a:t>
            </a:r>
          </a:p>
          <a:p>
            <a:r>
              <a:rPr lang="en-AU" sz="1800" dirty="0"/>
              <a:t>Dynamic Content</a:t>
            </a:r>
          </a:p>
          <a:p>
            <a:r>
              <a:rPr lang="en-AU" sz="1800" dirty="0"/>
              <a:t>AB Testing</a:t>
            </a:r>
          </a:p>
          <a:p>
            <a:r>
              <a:rPr lang="en-AU" sz="1800" dirty="0"/>
              <a:t>Email Design</a:t>
            </a:r>
          </a:p>
          <a:p>
            <a:r>
              <a:rPr lang="en-AU" sz="1800" dirty="0"/>
              <a:t>Journeys &amp; Guided Sends</a:t>
            </a:r>
          </a:p>
          <a:p>
            <a:r>
              <a:rPr lang="en-AU" sz="1800" dirty="0"/>
              <a:t>SMS</a:t>
            </a:r>
          </a:p>
          <a:p>
            <a:r>
              <a:rPr lang="en-AU" sz="1800" dirty="0"/>
              <a:t>How does the data work</a:t>
            </a:r>
          </a:p>
          <a:p>
            <a:r>
              <a:rPr lang="en-AU" sz="1800" dirty="0"/>
              <a:t>Email Benchmarks</a:t>
            </a:r>
          </a:p>
          <a:p>
            <a:endParaRPr lang="en-AU" sz="1800" dirty="0"/>
          </a:p>
        </p:txBody>
      </p:sp>
    </p:spTree>
    <p:extLst>
      <p:ext uri="{BB962C8B-B14F-4D97-AF65-F5344CB8AC3E}">
        <p14:creationId xmlns:p14="http://schemas.microsoft.com/office/powerpoint/2010/main" val="2395687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095387E-D65E-4CFE-AF74-5604C620CD3A}"/>
              </a:ext>
            </a:extLst>
          </p:cNvPr>
          <p:cNvSpPr>
            <a:spLocks noGrp="1"/>
          </p:cNvSpPr>
          <p:nvPr>
            <p:ph idx="1"/>
          </p:nvPr>
        </p:nvSpPr>
        <p:spPr>
          <a:xfrm>
            <a:off x="963999" y="2045964"/>
            <a:ext cx="6840000" cy="5400000"/>
          </a:xfrm>
        </p:spPr>
        <p:txBody>
          <a:bodyPr/>
          <a:lstStyle/>
          <a:p>
            <a:pPr marL="0" indent="0">
              <a:buNone/>
            </a:pPr>
            <a:r>
              <a:rPr lang="en-AU" sz="1800" b="1" dirty="0"/>
              <a:t>Why do this?</a:t>
            </a:r>
          </a:p>
          <a:p>
            <a:pPr marL="0" indent="0">
              <a:buNone/>
            </a:pPr>
            <a:r>
              <a:rPr lang="en-AU" sz="1800" dirty="0"/>
              <a:t>Beyond Blue &amp; Be You have the amazing opportunity to utilise the email and SMS capabilities to improve the way we communicate with our contacts.</a:t>
            </a:r>
          </a:p>
          <a:p>
            <a:pPr marL="0" indent="0">
              <a:buNone/>
            </a:pPr>
            <a:r>
              <a:rPr lang="en-AU" sz="1800" dirty="0"/>
              <a:t>Internally there is a gap of knowledge and understanding of what email and SMS can do so by educating and providing examples and time to ask questions on each topic it will allow everyone to have a greater grasp on what can be achieved. </a:t>
            </a:r>
          </a:p>
          <a:p>
            <a:pPr marL="0" indent="0">
              <a:buNone/>
            </a:pPr>
            <a:endParaRPr lang="en-AU" sz="1800" dirty="0"/>
          </a:p>
          <a:p>
            <a:pPr marL="0" indent="0">
              <a:buNone/>
            </a:pPr>
            <a:r>
              <a:rPr lang="en-AU" sz="1800" b="1" dirty="0"/>
              <a:t>What’s in It For The Teams?</a:t>
            </a:r>
          </a:p>
          <a:p>
            <a:pPr marL="0" indent="0">
              <a:buNone/>
            </a:pPr>
            <a:r>
              <a:rPr lang="en-AU" sz="1800" dirty="0"/>
              <a:t>Teams will feel more empowered with additional knowledge and more comfortable when creating email and SMS briefs for the communication sends. </a:t>
            </a:r>
          </a:p>
          <a:p>
            <a:pPr marL="0" indent="0">
              <a:buNone/>
            </a:pPr>
            <a:r>
              <a:rPr lang="en-AU" sz="1800" dirty="0"/>
              <a:t>These sessions will also enable The Email Team to showcase the functionality and capabilities that we have and create many more ways of treating or email and SMS sends.</a:t>
            </a:r>
          </a:p>
          <a:p>
            <a:pPr marL="0" indent="0">
              <a:buNone/>
            </a:pPr>
            <a:r>
              <a:rPr lang="en-AU" sz="1800" b="1" dirty="0"/>
              <a:t> </a:t>
            </a:r>
          </a:p>
          <a:p>
            <a:pPr marL="0" indent="0">
              <a:buNone/>
            </a:pPr>
            <a:endParaRPr lang="en-AU" dirty="0"/>
          </a:p>
        </p:txBody>
      </p:sp>
      <p:sp>
        <p:nvSpPr>
          <p:cNvPr id="3" name="Footer Placeholder 2">
            <a:extLst>
              <a:ext uri="{FF2B5EF4-FFF2-40B4-BE49-F238E27FC236}">
                <a16:creationId xmlns:a16="http://schemas.microsoft.com/office/drawing/2014/main" id="{4101AF1E-78A2-4D19-9FB6-223F53C7107E}"/>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E86D6B14-AD0E-4527-8801-A23A2CEC87AF}"/>
              </a:ext>
            </a:extLst>
          </p:cNvPr>
          <p:cNvSpPr>
            <a:spLocks noGrp="1"/>
          </p:cNvSpPr>
          <p:nvPr>
            <p:ph type="sldNum" sz="quarter" idx="12"/>
          </p:nvPr>
        </p:nvSpPr>
        <p:spPr/>
        <p:txBody>
          <a:bodyPr/>
          <a:lstStyle/>
          <a:p>
            <a:fld id="{E6316B6A-336A-44FF-82DA-A4D1594FA055}" type="slidenum">
              <a:rPr lang="en-AU" smtClean="0"/>
              <a:t>10</a:t>
            </a:fld>
            <a:endParaRPr lang="en-AU"/>
          </a:p>
        </p:txBody>
      </p:sp>
      <p:sp>
        <p:nvSpPr>
          <p:cNvPr id="5" name="Title 4">
            <a:extLst>
              <a:ext uri="{FF2B5EF4-FFF2-40B4-BE49-F238E27FC236}">
                <a16:creationId xmlns:a16="http://schemas.microsoft.com/office/drawing/2014/main" id="{579FA5D9-5601-4BF1-ABE9-96B8543C161A}"/>
              </a:ext>
            </a:extLst>
          </p:cNvPr>
          <p:cNvSpPr>
            <a:spLocks noGrp="1"/>
          </p:cNvSpPr>
          <p:nvPr>
            <p:ph type="title"/>
          </p:nvPr>
        </p:nvSpPr>
        <p:spPr/>
        <p:txBody>
          <a:bodyPr/>
          <a:lstStyle/>
          <a:p>
            <a:r>
              <a:rPr lang="en-AU" dirty="0"/>
              <a:t>Email &amp; SMS Education Series</a:t>
            </a:r>
          </a:p>
        </p:txBody>
      </p:sp>
      <p:sp>
        <p:nvSpPr>
          <p:cNvPr id="7" name="Content Placeholder 6">
            <a:extLst>
              <a:ext uri="{FF2B5EF4-FFF2-40B4-BE49-F238E27FC236}">
                <a16:creationId xmlns:a16="http://schemas.microsoft.com/office/drawing/2014/main" id="{825EF323-A679-401A-8210-617165F0352C}"/>
              </a:ext>
            </a:extLst>
          </p:cNvPr>
          <p:cNvSpPr>
            <a:spLocks noGrp="1"/>
          </p:cNvSpPr>
          <p:nvPr>
            <p:ph idx="13"/>
          </p:nvPr>
        </p:nvSpPr>
        <p:spPr>
          <a:xfrm>
            <a:off x="8451999" y="2045964"/>
            <a:ext cx="6840000" cy="5400000"/>
          </a:xfrm>
        </p:spPr>
        <p:txBody>
          <a:bodyPr/>
          <a:lstStyle/>
          <a:p>
            <a:pPr marL="0" indent="0">
              <a:buNone/>
            </a:pPr>
            <a:r>
              <a:rPr lang="en-AU" sz="1800" b="1" dirty="0"/>
              <a:t>Outcomes for The Organisation</a:t>
            </a:r>
          </a:p>
          <a:p>
            <a:r>
              <a:rPr lang="en-AU" sz="1800" dirty="0"/>
              <a:t>Broader understanding of the email and SMS channel. </a:t>
            </a:r>
          </a:p>
          <a:p>
            <a:r>
              <a:rPr lang="en-AU" sz="1800" dirty="0"/>
              <a:t>An enhanced more personalised experience for our contacts.</a:t>
            </a:r>
          </a:p>
          <a:p>
            <a:r>
              <a:rPr lang="en-AU" sz="1800" dirty="0"/>
              <a:t>Empowerment for each department of Beyond Blue &amp; Be You</a:t>
            </a:r>
          </a:p>
          <a:p>
            <a:r>
              <a:rPr lang="en-AU" sz="1800" dirty="0"/>
              <a:t>Upskilling of all individuals who attend. </a:t>
            </a:r>
          </a:p>
        </p:txBody>
      </p:sp>
    </p:spTree>
    <p:extLst>
      <p:ext uri="{BB962C8B-B14F-4D97-AF65-F5344CB8AC3E}">
        <p14:creationId xmlns:p14="http://schemas.microsoft.com/office/powerpoint/2010/main" val="3142069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9FE02-E0C3-4DCE-8FB1-19629D640B97}"/>
              </a:ext>
            </a:extLst>
          </p:cNvPr>
          <p:cNvSpPr>
            <a:spLocks noGrp="1"/>
          </p:cNvSpPr>
          <p:nvPr>
            <p:ph type="title"/>
          </p:nvPr>
        </p:nvSpPr>
        <p:spPr/>
        <p:txBody>
          <a:bodyPr/>
          <a:lstStyle/>
          <a:p>
            <a:r>
              <a:rPr lang="en-AU" dirty="0"/>
              <a:t>Data Layer</a:t>
            </a:r>
          </a:p>
        </p:txBody>
      </p:sp>
      <p:sp>
        <p:nvSpPr>
          <p:cNvPr id="3" name="Footer Placeholder 2">
            <a:extLst>
              <a:ext uri="{FF2B5EF4-FFF2-40B4-BE49-F238E27FC236}">
                <a16:creationId xmlns:a16="http://schemas.microsoft.com/office/drawing/2014/main" id="{0B2CB761-8966-4E27-9653-0D3DDC200655}"/>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55FAD934-EDD5-4203-81EE-4BC32A374F7D}"/>
              </a:ext>
            </a:extLst>
          </p:cNvPr>
          <p:cNvSpPr>
            <a:spLocks noGrp="1"/>
          </p:cNvSpPr>
          <p:nvPr>
            <p:ph type="sldNum" sz="quarter" idx="12"/>
          </p:nvPr>
        </p:nvSpPr>
        <p:spPr/>
        <p:txBody>
          <a:bodyPr/>
          <a:lstStyle/>
          <a:p>
            <a:fld id="{E6316B6A-336A-44FF-82DA-A4D1594FA055}" type="slidenum">
              <a:rPr lang="en-AU" smtClean="0"/>
              <a:t>11</a:t>
            </a:fld>
            <a:endParaRPr lang="en-AU"/>
          </a:p>
        </p:txBody>
      </p:sp>
    </p:spTree>
    <p:extLst>
      <p:ext uri="{BB962C8B-B14F-4D97-AF65-F5344CB8AC3E}">
        <p14:creationId xmlns:p14="http://schemas.microsoft.com/office/powerpoint/2010/main" val="2825952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632A7EA-0701-497E-9734-5BD1A1F5A6A4}"/>
              </a:ext>
            </a:extLst>
          </p:cNvPr>
          <p:cNvSpPr>
            <a:spLocks noGrp="1"/>
          </p:cNvSpPr>
          <p:nvPr>
            <p:ph idx="1"/>
          </p:nvPr>
        </p:nvSpPr>
        <p:spPr>
          <a:xfrm>
            <a:off x="963999" y="2045964"/>
            <a:ext cx="14328000" cy="5400000"/>
          </a:xfrm>
        </p:spPr>
        <p:txBody>
          <a:bodyPr/>
          <a:lstStyle/>
          <a:p>
            <a:pPr marL="0" indent="0">
              <a:buNone/>
            </a:pPr>
            <a:r>
              <a:rPr lang="en-AU" sz="1800" b="1" dirty="0"/>
              <a:t>Current Data Situation</a:t>
            </a:r>
          </a:p>
          <a:p>
            <a:r>
              <a:rPr lang="en-AU" sz="1800" dirty="0"/>
              <a:t>Multiple disparate CRM integrations</a:t>
            </a:r>
          </a:p>
          <a:p>
            <a:r>
              <a:rPr lang="en-AU" sz="1800" dirty="0"/>
              <a:t>Inaccurate audiences counts &amp; segmentation</a:t>
            </a:r>
          </a:p>
          <a:p>
            <a:r>
              <a:rPr lang="en-AU" sz="1800" dirty="0"/>
              <a:t>No holistic single view of customer / supporter</a:t>
            </a:r>
          </a:p>
          <a:p>
            <a:endParaRPr lang="en-AU" sz="1800" dirty="0"/>
          </a:p>
          <a:p>
            <a:pPr marL="0" indent="0">
              <a:buNone/>
            </a:pPr>
            <a:r>
              <a:rPr lang="en-AU" sz="1800" b="1" dirty="0"/>
              <a:t>Marketing Data Layer</a:t>
            </a:r>
          </a:p>
          <a:p>
            <a:r>
              <a:rPr lang="en-AU" sz="1800" dirty="0"/>
              <a:t>Creates single customer view of active, contactable &amp; actionable supporters / customers</a:t>
            </a:r>
          </a:p>
          <a:p>
            <a:r>
              <a:rPr lang="en-AU" sz="1800" dirty="0"/>
              <a:t>Allows for simple and highly effective targeting without SQL coding </a:t>
            </a:r>
          </a:p>
          <a:p>
            <a:r>
              <a:rPr lang="en-AU" sz="1800" dirty="0"/>
              <a:t>Removes data in compliance, data quality issues</a:t>
            </a:r>
          </a:p>
          <a:p>
            <a:r>
              <a:rPr lang="en-AU" sz="1800" dirty="0"/>
              <a:t>Provides a customer / support layer of aggregated CRM data to be enhanced by Salesforce Marketing Cloud behavioural data &amp; additional modelling</a:t>
            </a:r>
          </a:p>
          <a:p>
            <a:endParaRPr lang="en-AU" sz="1800" dirty="0"/>
          </a:p>
        </p:txBody>
      </p:sp>
      <p:sp>
        <p:nvSpPr>
          <p:cNvPr id="3" name="Footer Placeholder 2">
            <a:extLst>
              <a:ext uri="{FF2B5EF4-FFF2-40B4-BE49-F238E27FC236}">
                <a16:creationId xmlns:a16="http://schemas.microsoft.com/office/drawing/2014/main" id="{41E792E3-0A61-4A0C-ACD2-78C64D940694}"/>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41B7D408-6616-4D94-BBB7-AF8A5E8FC6B3}"/>
              </a:ext>
            </a:extLst>
          </p:cNvPr>
          <p:cNvSpPr>
            <a:spLocks noGrp="1"/>
          </p:cNvSpPr>
          <p:nvPr>
            <p:ph type="sldNum" sz="quarter" idx="12"/>
          </p:nvPr>
        </p:nvSpPr>
        <p:spPr/>
        <p:txBody>
          <a:bodyPr/>
          <a:lstStyle/>
          <a:p>
            <a:fld id="{E6316B6A-336A-44FF-82DA-A4D1594FA055}" type="slidenum">
              <a:rPr lang="en-AU" smtClean="0"/>
              <a:t>12</a:t>
            </a:fld>
            <a:endParaRPr lang="en-AU"/>
          </a:p>
        </p:txBody>
      </p:sp>
      <p:sp>
        <p:nvSpPr>
          <p:cNvPr id="5" name="Title 4">
            <a:extLst>
              <a:ext uri="{FF2B5EF4-FFF2-40B4-BE49-F238E27FC236}">
                <a16:creationId xmlns:a16="http://schemas.microsoft.com/office/drawing/2014/main" id="{5BC1EF11-3E3B-4100-A4E7-8EACFA259F47}"/>
              </a:ext>
            </a:extLst>
          </p:cNvPr>
          <p:cNvSpPr>
            <a:spLocks noGrp="1"/>
          </p:cNvSpPr>
          <p:nvPr>
            <p:ph type="title"/>
          </p:nvPr>
        </p:nvSpPr>
        <p:spPr/>
        <p:txBody>
          <a:bodyPr/>
          <a:lstStyle/>
          <a:p>
            <a:r>
              <a:rPr lang="en-AU" dirty="0"/>
              <a:t>Introduction of a Data Layer (Beyond Blue)</a:t>
            </a:r>
          </a:p>
        </p:txBody>
      </p:sp>
    </p:spTree>
    <p:extLst>
      <p:ext uri="{BB962C8B-B14F-4D97-AF65-F5344CB8AC3E}">
        <p14:creationId xmlns:p14="http://schemas.microsoft.com/office/powerpoint/2010/main" val="2284030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4570ED2-EAB1-48DE-BF8A-7A9673FE6B83}"/>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7D199039-B25C-4E1C-8EBE-D6601AF4E7C5}"/>
              </a:ext>
            </a:extLst>
          </p:cNvPr>
          <p:cNvSpPr>
            <a:spLocks noGrp="1"/>
          </p:cNvSpPr>
          <p:nvPr>
            <p:ph type="sldNum" sz="quarter" idx="12"/>
          </p:nvPr>
        </p:nvSpPr>
        <p:spPr/>
        <p:txBody>
          <a:bodyPr/>
          <a:lstStyle/>
          <a:p>
            <a:fld id="{E6316B6A-336A-44FF-82DA-A4D1594FA055}" type="slidenum">
              <a:rPr lang="en-AU" smtClean="0"/>
              <a:t>13</a:t>
            </a:fld>
            <a:endParaRPr lang="en-AU"/>
          </a:p>
        </p:txBody>
      </p:sp>
      <p:pic>
        <p:nvPicPr>
          <p:cNvPr id="7" name="Google Shape;278;p57" descr="A screenshot of a cell phone&#10;&#10;Description automatically generated">
            <a:extLst>
              <a:ext uri="{FF2B5EF4-FFF2-40B4-BE49-F238E27FC236}">
                <a16:creationId xmlns:a16="http://schemas.microsoft.com/office/drawing/2014/main" id="{446B9F82-EB0D-493B-92BC-904A9A8EC5AB}"/>
              </a:ext>
            </a:extLst>
          </p:cNvPr>
          <p:cNvPicPr preferRelativeResize="0">
            <a:picLocks noGrp="1"/>
          </p:cNvPicPr>
          <p:nvPr>
            <p:ph idx="1"/>
          </p:nvPr>
        </p:nvPicPr>
        <p:blipFill rotWithShape="1">
          <a:blip r:embed="rId2">
            <a:alphaModFix/>
          </a:blip>
          <a:srcRect/>
          <a:stretch/>
        </p:blipFill>
        <p:spPr>
          <a:xfrm>
            <a:off x="1067894" y="808081"/>
            <a:ext cx="14120211" cy="7527838"/>
          </a:xfrm>
          <a:prstGeom prst="rect">
            <a:avLst/>
          </a:prstGeom>
          <a:noFill/>
          <a:ln>
            <a:noFill/>
          </a:ln>
        </p:spPr>
      </p:pic>
    </p:spTree>
    <p:extLst>
      <p:ext uri="{BB962C8B-B14F-4D97-AF65-F5344CB8AC3E}">
        <p14:creationId xmlns:p14="http://schemas.microsoft.com/office/powerpoint/2010/main" val="2553644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D54C66-2074-486D-AE4D-EDA79915DE85}"/>
              </a:ext>
            </a:extLst>
          </p:cNvPr>
          <p:cNvSpPr>
            <a:spLocks noGrp="1"/>
          </p:cNvSpPr>
          <p:nvPr>
            <p:ph idx="1"/>
          </p:nvPr>
        </p:nvSpPr>
        <p:spPr>
          <a:xfrm>
            <a:off x="963999" y="2045964"/>
            <a:ext cx="6840000" cy="5400000"/>
          </a:xfrm>
        </p:spPr>
        <p:txBody>
          <a:bodyPr/>
          <a:lstStyle/>
          <a:p>
            <a:pPr marL="0" indent="0">
              <a:buNone/>
            </a:pPr>
            <a:r>
              <a:rPr lang="en-AU" sz="1800" b="1" dirty="0"/>
              <a:t>Master Reporting Engine </a:t>
            </a:r>
          </a:p>
          <a:p>
            <a:r>
              <a:rPr lang="en-AU" sz="1800" dirty="0"/>
              <a:t>Enables holistic campaign reporting and reconciliation across all brands and campaigns.</a:t>
            </a:r>
          </a:p>
          <a:p>
            <a:r>
              <a:rPr lang="en-AU" sz="1800" dirty="0"/>
              <a:t>Campaign engagements, conversion data on a large scale.</a:t>
            </a:r>
          </a:p>
          <a:p>
            <a:r>
              <a:rPr lang="en-AU" sz="1800" dirty="0"/>
              <a:t>Feeds into propensity modelling &amp; rolls up into the customer data layer for segmentation.</a:t>
            </a:r>
          </a:p>
          <a:p>
            <a:endParaRPr lang="en-AU" sz="1800" dirty="0"/>
          </a:p>
          <a:p>
            <a:pPr marL="0" indent="0">
              <a:buNone/>
            </a:pPr>
            <a:r>
              <a:rPr lang="en-AU" sz="1800" b="1" dirty="0"/>
              <a:t>Propensity &amp; Analytics Engine</a:t>
            </a:r>
          </a:p>
          <a:p>
            <a:r>
              <a:rPr lang="en-AU" sz="1800" dirty="0"/>
              <a:t>Utilises implicit and explicit contact data (CRM/SFMC) to create modelling on future predictions.</a:t>
            </a:r>
          </a:p>
          <a:p>
            <a:r>
              <a:rPr lang="en-AU" sz="1800" dirty="0"/>
              <a:t>Recency, Frequency and Monetary donation data will be the core source to feed for customer value segmentation.</a:t>
            </a:r>
          </a:p>
          <a:p>
            <a:r>
              <a:rPr lang="en-AU" sz="1800" dirty="0"/>
              <a:t>Engagement data is utilised to feed into engagement segments for marketing segmentation.</a:t>
            </a:r>
          </a:p>
          <a:p>
            <a:endParaRPr lang="en-AU" sz="1800" dirty="0"/>
          </a:p>
          <a:p>
            <a:endParaRPr lang="en-AU" sz="1800" dirty="0"/>
          </a:p>
          <a:p>
            <a:endParaRPr lang="en-AU" sz="1800" dirty="0"/>
          </a:p>
        </p:txBody>
      </p:sp>
      <p:sp>
        <p:nvSpPr>
          <p:cNvPr id="3" name="Footer Placeholder 2">
            <a:extLst>
              <a:ext uri="{FF2B5EF4-FFF2-40B4-BE49-F238E27FC236}">
                <a16:creationId xmlns:a16="http://schemas.microsoft.com/office/drawing/2014/main" id="{DD04570F-FB7E-4A8F-9DB1-8DBED289A5AA}"/>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81C18406-6FBC-4107-9F78-25B6EA5C8FBB}"/>
              </a:ext>
            </a:extLst>
          </p:cNvPr>
          <p:cNvSpPr>
            <a:spLocks noGrp="1"/>
          </p:cNvSpPr>
          <p:nvPr>
            <p:ph type="sldNum" sz="quarter" idx="12"/>
          </p:nvPr>
        </p:nvSpPr>
        <p:spPr/>
        <p:txBody>
          <a:bodyPr/>
          <a:lstStyle/>
          <a:p>
            <a:fld id="{E6316B6A-336A-44FF-82DA-A4D1594FA055}" type="slidenum">
              <a:rPr lang="en-AU" smtClean="0"/>
              <a:t>14</a:t>
            </a:fld>
            <a:endParaRPr lang="en-AU"/>
          </a:p>
        </p:txBody>
      </p:sp>
      <p:sp>
        <p:nvSpPr>
          <p:cNvPr id="5" name="Title 4">
            <a:extLst>
              <a:ext uri="{FF2B5EF4-FFF2-40B4-BE49-F238E27FC236}">
                <a16:creationId xmlns:a16="http://schemas.microsoft.com/office/drawing/2014/main" id="{DC3A4959-53FC-44A1-B966-3F4884C915E1}"/>
              </a:ext>
            </a:extLst>
          </p:cNvPr>
          <p:cNvSpPr>
            <a:spLocks noGrp="1"/>
          </p:cNvSpPr>
          <p:nvPr>
            <p:ph type="title"/>
          </p:nvPr>
        </p:nvSpPr>
        <p:spPr/>
        <p:txBody>
          <a:bodyPr/>
          <a:lstStyle/>
          <a:p>
            <a:r>
              <a:rPr lang="en-AU" dirty="0"/>
              <a:t>Outcomes for Beyond Blue</a:t>
            </a:r>
          </a:p>
        </p:txBody>
      </p:sp>
      <p:sp>
        <p:nvSpPr>
          <p:cNvPr id="10" name="Content Placeholder 9">
            <a:extLst>
              <a:ext uri="{FF2B5EF4-FFF2-40B4-BE49-F238E27FC236}">
                <a16:creationId xmlns:a16="http://schemas.microsoft.com/office/drawing/2014/main" id="{BD5910D2-AA13-4CDD-BB2A-0ABA8EE99B1C}"/>
              </a:ext>
            </a:extLst>
          </p:cNvPr>
          <p:cNvSpPr>
            <a:spLocks noGrp="1"/>
          </p:cNvSpPr>
          <p:nvPr>
            <p:ph idx="13"/>
          </p:nvPr>
        </p:nvSpPr>
        <p:spPr>
          <a:xfrm>
            <a:off x="8451999" y="2045964"/>
            <a:ext cx="6840000" cy="5400000"/>
          </a:xfrm>
        </p:spPr>
        <p:txBody>
          <a:bodyPr/>
          <a:lstStyle/>
          <a:p>
            <a:pPr marL="0" indent="0">
              <a:buNone/>
            </a:pPr>
            <a:r>
              <a:rPr lang="en-AU" sz="1800" b="1" dirty="0"/>
              <a:t>Einstein (AI) </a:t>
            </a:r>
          </a:p>
          <a:p>
            <a:r>
              <a:rPr lang="en-AU" sz="1800" dirty="0"/>
              <a:t>AI engagement scoring will be integrated into the Customer Data Layer, to enabled AI driven engagement segment (pending licenses).</a:t>
            </a:r>
          </a:p>
          <a:p>
            <a:r>
              <a:rPr lang="en-AU" sz="1800" dirty="0"/>
              <a:t>Einstein send time optimisation will be utilised for journey sends (pending licenses).</a:t>
            </a:r>
          </a:p>
          <a:p>
            <a:r>
              <a:rPr lang="en-AU" sz="1800" dirty="0"/>
              <a:t>Einstein engagement frequency &amp; Einstein Content Selection will be looked at for use case implementation.</a:t>
            </a:r>
          </a:p>
          <a:p>
            <a:endParaRPr lang="en-AU" sz="1800" dirty="0"/>
          </a:p>
          <a:p>
            <a:endParaRPr lang="en-AU" sz="1800" dirty="0"/>
          </a:p>
        </p:txBody>
      </p:sp>
    </p:spTree>
    <p:extLst>
      <p:ext uri="{BB962C8B-B14F-4D97-AF65-F5344CB8AC3E}">
        <p14:creationId xmlns:p14="http://schemas.microsoft.com/office/powerpoint/2010/main" val="1907273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1152D8-DAC0-4D01-BF64-A0AB7BCEB957}"/>
              </a:ext>
            </a:extLst>
          </p:cNvPr>
          <p:cNvSpPr>
            <a:spLocks noGrp="1"/>
          </p:cNvSpPr>
          <p:nvPr>
            <p:ph idx="1"/>
          </p:nvPr>
        </p:nvSpPr>
        <p:spPr>
          <a:xfrm>
            <a:off x="963999" y="2045964"/>
            <a:ext cx="6840000" cy="5400000"/>
          </a:xfrm>
        </p:spPr>
        <p:txBody>
          <a:bodyPr/>
          <a:lstStyle/>
          <a:p>
            <a:pPr marL="0" indent="0">
              <a:buNone/>
            </a:pPr>
            <a:r>
              <a:rPr lang="en-AU" sz="1800" b="1" dirty="0"/>
              <a:t>RFM (Donation) based Modelling</a:t>
            </a:r>
          </a:p>
          <a:p>
            <a:r>
              <a:rPr lang="en-AU" sz="1800" dirty="0"/>
              <a:t>Enables quantitative scoring and segmentation based on donation data</a:t>
            </a:r>
          </a:p>
          <a:p>
            <a:r>
              <a:rPr lang="en-AU" sz="1800" dirty="0"/>
              <a:t>Contact to Supporter Conversion Propensity (In Progress)</a:t>
            </a:r>
          </a:p>
          <a:p>
            <a:r>
              <a:rPr lang="en-AU" sz="1800" dirty="0"/>
              <a:t>Donation Upgrade Propensity Score (In Progress)</a:t>
            </a:r>
          </a:p>
          <a:p>
            <a:r>
              <a:rPr lang="en-AU" sz="1800" dirty="0"/>
              <a:t>Lapsed Propensity Score (In Progress)</a:t>
            </a:r>
          </a:p>
          <a:p>
            <a:pPr marL="0" indent="0">
              <a:buNone/>
            </a:pPr>
            <a:endParaRPr lang="en-AU" sz="1800" dirty="0"/>
          </a:p>
          <a:p>
            <a:pPr marL="0" indent="0">
              <a:buNone/>
            </a:pPr>
            <a:r>
              <a:rPr lang="en-AU" sz="1800" b="1" dirty="0"/>
              <a:t>Attribution &amp; Monetary Analytics / Modelling</a:t>
            </a:r>
          </a:p>
          <a:p>
            <a:r>
              <a:rPr lang="en-AU" sz="1800" dirty="0"/>
              <a:t>Campaign Donation Attribution</a:t>
            </a:r>
          </a:p>
          <a:p>
            <a:r>
              <a:rPr lang="en-AU" sz="1800" dirty="0"/>
              <a:t>Channel Attrition</a:t>
            </a:r>
          </a:p>
          <a:p>
            <a:endParaRPr lang="en-AU" sz="1800" dirty="0"/>
          </a:p>
          <a:p>
            <a:endParaRPr lang="en-AU" sz="1800" dirty="0"/>
          </a:p>
        </p:txBody>
      </p:sp>
      <p:sp>
        <p:nvSpPr>
          <p:cNvPr id="3" name="Footer Placeholder 2">
            <a:extLst>
              <a:ext uri="{FF2B5EF4-FFF2-40B4-BE49-F238E27FC236}">
                <a16:creationId xmlns:a16="http://schemas.microsoft.com/office/drawing/2014/main" id="{EF67C99C-F3AA-49A7-B71B-5F48F6F4626D}"/>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ED436553-1BB1-4F68-8C62-8A17ED71B2CC}"/>
              </a:ext>
            </a:extLst>
          </p:cNvPr>
          <p:cNvSpPr>
            <a:spLocks noGrp="1"/>
          </p:cNvSpPr>
          <p:nvPr>
            <p:ph type="sldNum" sz="quarter" idx="12"/>
          </p:nvPr>
        </p:nvSpPr>
        <p:spPr/>
        <p:txBody>
          <a:bodyPr/>
          <a:lstStyle/>
          <a:p>
            <a:fld id="{E6316B6A-336A-44FF-82DA-A4D1594FA055}" type="slidenum">
              <a:rPr lang="en-AU" smtClean="0"/>
              <a:t>15</a:t>
            </a:fld>
            <a:endParaRPr lang="en-AU"/>
          </a:p>
        </p:txBody>
      </p:sp>
      <p:sp>
        <p:nvSpPr>
          <p:cNvPr id="6" name="Title 5">
            <a:extLst>
              <a:ext uri="{FF2B5EF4-FFF2-40B4-BE49-F238E27FC236}">
                <a16:creationId xmlns:a16="http://schemas.microsoft.com/office/drawing/2014/main" id="{6272CCDD-2FE9-4147-812B-F77B905D100A}"/>
              </a:ext>
            </a:extLst>
          </p:cNvPr>
          <p:cNvSpPr>
            <a:spLocks noGrp="1"/>
          </p:cNvSpPr>
          <p:nvPr>
            <p:ph type="title"/>
          </p:nvPr>
        </p:nvSpPr>
        <p:spPr/>
        <p:txBody>
          <a:bodyPr/>
          <a:lstStyle/>
          <a:p>
            <a:r>
              <a:rPr lang="en-AU" dirty="0"/>
              <a:t>Data Modelling</a:t>
            </a:r>
          </a:p>
        </p:txBody>
      </p:sp>
      <p:sp>
        <p:nvSpPr>
          <p:cNvPr id="7" name="Content Placeholder 6">
            <a:extLst>
              <a:ext uri="{FF2B5EF4-FFF2-40B4-BE49-F238E27FC236}">
                <a16:creationId xmlns:a16="http://schemas.microsoft.com/office/drawing/2014/main" id="{FF198557-AFD4-44AA-A1CC-5AD9A3AE4566}"/>
              </a:ext>
            </a:extLst>
          </p:cNvPr>
          <p:cNvSpPr>
            <a:spLocks noGrp="1"/>
          </p:cNvSpPr>
          <p:nvPr>
            <p:ph idx="13"/>
          </p:nvPr>
        </p:nvSpPr>
        <p:spPr>
          <a:xfrm>
            <a:off x="8451999" y="2045964"/>
            <a:ext cx="6840000" cy="5400000"/>
          </a:xfrm>
        </p:spPr>
        <p:txBody>
          <a:bodyPr/>
          <a:lstStyle/>
          <a:p>
            <a:pPr marL="0" indent="0">
              <a:buNone/>
            </a:pPr>
            <a:r>
              <a:rPr lang="en-AU" sz="1800" b="1" dirty="0"/>
              <a:t>Behaviour / Location / Device Based Modelling</a:t>
            </a:r>
            <a:r>
              <a:rPr lang="en-AU" sz="1800" dirty="0"/>
              <a:t> </a:t>
            </a:r>
          </a:p>
          <a:p>
            <a:r>
              <a:rPr lang="en-AU" sz="1800" dirty="0"/>
              <a:t>Desktop/Mobile Affinity</a:t>
            </a:r>
          </a:p>
          <a:p>
            <a:r>
              <a:rPr lang="en-AU" sz="1800" dirty="0"/>
              <a:t>Geolocation Affinity</a:t>
            </a:r>
          </a:p>
          <a:p>
            <a:r>
              <a:rPr lang="en-AU" sz="1800" dirty="0"/>
              <a:t>Device Affinity</a:t>
            </a:r>
          </a:p>
          <a:p>
            <a:r>
              <a:rPr lang="en-AU" sz="1800" dirty="0"/>
              <a:t>Email Client Affinity</a:t>
            </a:r>
          </a:p>
          <a:p>
            <a:r>
              <a:rPr lang="en-AU" sz="1800" dirty="0"/>
              <a:t>Time Of Day / Day Of Week Affinity</a:t>
            </a:r>
          </a:p>
          <a:p>
            <a:r>
              <a:rPr lang="en-AU" sz="1800" dirty="0"/>
              <a:t>Donation Upgrade Propensity Score (In Progress)</a:t>
            </a:r>
          </a:p>
          <a:p>
            <a:endParaRPr lang="en-AU" sz="1800" dirty="0"/>
          </a:p>
        </p:txBody>
      </p:sp>
    </p:spTree>
    <p:extLst>
      <p:ext uri="{BB962C8B-B14F-4D97-AF65-F5344CB8AC3E}">
        <p14:creationId xmlns:p14="http://schemas.microsoft.com/office/powerpoint/2010/main" val="2734786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BDBF04-B740-42FB-9B7F-FECA3D2B7BB7}"/>
              </a:ext>
            </a:extLst>
          </p:cNvPr>
          <p:cNvSpPr>
            <a:spLocks noGrp="1"/>
          </p:cNvSpPr>
          <p:nvPr>
            <p:ph idx="1"/>
          </p:nvPr>
        </p:nvSpPr>
        <p:spPr>
          <a:xfrm>
            <a:off x="963999" y="2045964"/>
            <a:ext cx="6840000" cy="5400000"/>
          </a:xfrm>
        </p:spPr>
        <p:txBody>
          <a:bodyPr/>
          <a:lstStyle/>
          <a:p>
            <a:pPr marL="0" lvl="0" indent="0" algn="l" rtl="0">
              <a:lnSpc>
                <a:spcPct val="90000"/>
              </a:lnSpc>
              <a:spcBef>
                <a:spcPts val="0"/>
              </a:spcBef>
              <a:spcAft>
                <a:spcPts val="0"/>
              </a:spcAft>
              <a:buClr>
                <a:srgbClr val="59575C"/>
              </a:buClr>
              <a:buSzPts val="1500"/>
              <a:buFont typeface="Arial"/>
              <a:buNone/>
            </a:pPr>
            <a:r>
              <a:rPr lang="en-AU" sz="1400" b="1" dirty="0"/>
              <a:t>Average Engagements – 12 months</a:t>
            </a:r>
          </a:p>
          <a:p>
            <a:pPr>
              <a:buSzPts val="1500"/>
            </a:pPr>
            <a:r>
              <a:rPr lang="en-AU" sz="1400" dirty="0"/>
              <a:t>Mean – average of 7.7 opens per subscriber</a:t>
            </a:r>
          </a:p>
          <a:p>
            <a:pPr>
              <a:buSzPts val="1500"/>
            </a:pPr>
            <a:r>
              <a:rPr lang="en-AU" sz="1400" dirty="0"/>
              <a:t>Median – 4 is the middle number of opens on the bell curve</a:t>
            </a:r>
          </a:p>
          <a:p>
            <a:pPr>
              <a:buSzPts val="1500"/>
            </a:pPr>
            <a:r>
              <a:rPr lang="en-AU" sz="1400" dirty="0"/>
              <a:t>Mode – 1 is the most common amount of times opened by subscribers</a:t>
            </a:r>
          </a:p>
          <a:p>
            <a:pPr lvl="0">
              <a:spcAft>
                <a:spcPts val="0"/>
              </a:spcAft>
              <a:buSzPts val="1500"/>
            </a:pPr>
            <a:endParaRPr lang="en-AU" sz="1400" dirty="0"/>
          </a:p>
          <a:p>
            <a:pPr marL="0" lvl="0" indent="0" algn="l" rtl="0">
              <a:lnSpc>
                <a:spcPct val="90000"/>
              </a:lnSpc>
              <a:spcBef>
                <a:spcPts val="800"/>
              </a:spcBef>
              <a:spcAft>
                <a:spcPts val="0"/>
              </a:spcAft>
              <a:buClr>
                <a:srgbClr val="59575C"/>
              </a:buClr>
              <a:buSzPts val="1500"/>
              <a:buFont typeface="Arial"/>
              <a:buNone/>
            </a:pPr>
            <a:r>
              <a:rPr lang="en-AU" sz="1400" b="1" dirty="0"/>
              <a:t>Day Preference</a:t>
            </a:r>
          </a:p>
          <a:p>
            <a:pPr marL="240012" marR="0" lvl="2">
              <a:spcBef>
                <a:spcPts val="1200"/>
              </a:spcBef>
              <a:spcAft>
                <a:spcPts val="0"/>
              </a:spcAft>
              <a:buSzPts val="1500"/>
            </a:pPr>
            <a:r>
              <a:rPr lang="en-AU" sz="1400" dirty="0"/>
              <a:t>Friday (34.4%) and Wednesdays (21.2%) make up the highest email engagement days.</a:t>
            </a:r>
          </a:p>
          <a:p>
            <a:pPr marL="240012" marR="0" lvl="2">
              <a:spcBef>
                <a:spcPts val="1200"/>
              </a:spcBef>
              <a:spcAft>
                <a:spcPts val="0"/>
              </a:spcAft>
              <a:buSzPts val="1500"/>
            </a:pPr>
            <a:r>
              <a:rPr lang="en-AU" sz="1400" dirty="0"/>
              <a:t>Interestingly, Sunday (4.7%) sees a higher chance of email engagement than Monday (2.9%).</a:t>
            </a:r>
          </a:p>
          <a:p>
            <a:pPr marL="203200" lvl="2" indent="-38100" algn="l" rtl="0">
              <a:lnSpc>
                <a:spcPct val="90000"/>
              </a:lnSpc>
              <a:spcBef>
                <a:spcPts val="500"/>
              </a:spcBef>
              <a:spcAft>
                <a:spcPts val="0"/>
              </a:spcAft>
              <a:buClr>
                <a:srgbClr val="8D837B"/>
              </a:buClr>
              <a:buSzPts val="1500"/>
              <a:buFont typeface="Arial"/>
              <a:buNone/>
            </a:pPr>
            <a:endParaRPr lang="en-AU" sz="1400" b="1" dirty="0"/>
          </a:p>
          <a:p>
            <a:pPr marL="0" lvl="0" indent="0" algn="l" rtl="0">
              <a:lnSpc>
                <a:spcPct val="90000"/>
              </a:lnSpc>
              <a:spcBef>
                <a:spcPts val="800"/>
              </a:spcBef>
              <a:spcAft>
                <a:spcPts val="0"/>
              </a:spcAft>
              <a:buClr>
                <a:srgbClr val="59575C"/>
              </a:buClr>
              <a:buSzPts val="1500"/>
              <a:buFont typeface="Arial"/>
              <a:buNone/>
            </a:pPr>
            <a:r>
              <a:rPr lang="en-AU" sz="1400" b="1" dirty="0"/>
              <a:t>Time Preference</a:t>
            </a:r>
          </a:p>
          <a:p>
            <a:pPr marL="240012" marR="0" lvl="2">
              <a:spcBef>
                <a:spcPts val="1200"/>
              </a:spcBef>
              <a:spcAft>
                <a:spcPts val="0"/>
              </a:spcAft>
              <a:buSzPts val="1500"/>
            </a:pPr>
            <a:r>
              <a:rPr lang="en-AU" sz="1400" dirty="0"/>
              <a:t>Highest engagement at 4pm and then from 6pm – 8pm.</a:t>
            </a:r>
          </a:p>
          <a:p>
            <a:pPr marL="240012" marR="0" lvl="2">
              <a:spcBef>
                <a:spcPts val="1200"/>
              </a:spcBef>
              <a:spcAft>
                <a:spcPts val="0"/>
              </a:spcAft>
              <a:buSzPts val="1500"/>
            </a:pPr>
            <a:r>
              <a:rPr lang="en-AU" sz="1400" dirty="0"/>
              <a:t>The lowest performing business hour of the day is 1pm.</a:t>
            </a:r>
          </a:p>
          <a:p>
            <a:pPr marL="240012" marR="0" lvl="2">
              <a:spcBef>
                <a:spcPts val="1200"/>
              </a:spcBef>
              <a:spcAft>
                <a:spcPts val="0"/>
              </a:spcAft>
              <a:buSzPts val="1500"/>
            </a:pPr>
            <a:endParaRPr lang="en-AU" sz="1400" dirty="0"/>
          </a:p>
          <a:p>
            <a:pPr marL="0" marR="0" lvl="0" indent="0" algn="l" rtl="0">
              <a:lnSpc>
                <a:spcPct val="100000"/>
              </a:lnSpc>
              <a:spcBef>
                <a:spcPts val="0"/>
              </a:spcBef>
              <a:spcAft>
                <a:spcPts val="0"/>
              </a:spcAft>
              <a:buClr>
                <a:srgbClr val="59575C"/>
              </a:buClr>
              <a:buSzPts val="1500"/>
              <a:buFont typeface="Arial"/>
              <a:buNone/>
            </a:pPr>
            <a:r>
              <a:rPr lang="en-AU" sz="1400" b="1" dirty="0"/>
              <a:t>Desktop and Mobile Preferences</a:t>
            </a:r>
          </a:p>
          <a:p>
            <a:pPr marL="240012" marR="0" lvl="2">
              <a:spcBef>
                <a:spcPts val="1200"/>
              </a:spcBef>
              <a:spcAft>
                <a:spcPts val="0"/>
              </a:spcAft>
              <a:buSzPts val="1500"/>
            </a:pPr>
            <a:r>
              <a:rPr lang="en-AU" sz="1400" dirty="0"/>
              <a:t>Desktop and mobile split are very even compared to Australian trends</a:t>
            </a:r>
          </a:p>
          <a:p>
            <a:pPr marL="240012" marR="0" lvl="2">
              <a:spcBef>
                <a:spcPts val="1200"/>
              </a:spcBef>
              <a:spcAft>
                <a:spcPts val="0"/>
              </a:spcAft>
              <a:buSzPts val="1500"/>
            </a:pPr>
            <a:r>
              <a:rPr lang="en-AU" sz="1400" dirty="0"/>
              <a:t>51% prefer desktop (trend: 53%)</a:t>
            </a:r>
          </a:p>
          <a:p>
            <a:pPr marL="240012" marR="0" lvl="2">
              <a:spcBef>
                <a:spcPts val="1200"/>
              </a:spcBef>
              <a:spcAft>
                <a:spcPts val="0"/>
              </a:spcAft>
              <a:buSzPts val="1500"/>
            </a:pPr>
            <a:r>
              <a:rPr lang="en-AU" sz="1400" dirty="0"/>
              <a:t>49% prefer mobile (trend: 47%)</a:t>
            </a:r>
          </a:p>
          <a:p>
            <a:pPr marL="240012" marR="0" lvl="2">
              <a:spcBef>
                <a:spcPts val="1200"/>
              </a:spcBef>
              <a:spcAft>
                <a:spcPts val="0"/>
              </a:spcAft>
              <a:buSzPts val="1500"/>
            </a:pPr>
            <a:endParaRPr lang="en-AU" sz="1400" dirty="0"/>
          </a:p>
          <a:p>
            <a:endParaRPr lang="en-AU" sz="1800" dirty="0"/>
          </a:p>
        </p:txBody>
      </p:sp>
      <p:sp>
        <p:nvSpPr>
          <p:cNvPr id="3" name="Footer Placeholder 2">
            <a:extLst>
              <a:ext uri="{FF2B5EF4-FFF2-40B4-BE49-F238E27FC236}">
                <a16:creationId xmlns:a16="http://schemas.microsoft.com/office/drawing/2014/main" id="{11B98340-81FD-4D45-8A84-D69490DCDF14}"/>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5EFE24C2-0551-4AE5-B075-A35EA2949498}"/>
              </a:ext>
            </a:extLst>
          </p:cNvPr>
          <p:cNvSpPr>
            <a:spLocks noGrp="1"/>
          </p:cNvSpPr>
          <p:nvPr>
            <p:ph type="sldNum" sz="quarter" idx="12"/>
          </p:nvPr>
        </p:nvSpPr>
        <p:spPr/>
        <p:txBody>
          <a:bodyPr/>
          <a:lstStyle/>
          <a:p>
            <a:fld id="{E6316B6A-336A-44FF-82DA-A4D1594FA055}" type="slidenum">
              <a:rPr lang="en-AU" smtClean="0"/>
              <a:t>16</a:t>
            </a:fld>
            <a:endParaRPr lang="en-AU"/>
          </a:p>
        </p:txBody>
      </p:sp>
      <p:sp>
        <p:nvSpPr>
          <p:cNvPr id="5" name="Title 4">
            <a:extLst>
              <a:ext uri="{FF2B5EF4-FFF2-40B4-BE49-F238E27FC236}">
                <a16:creationId xmlns:a16="http://schemas.microsoft.com/office/drawing/2014/main" id="{5296AF29-24C4-4CA4-B946-38FCF2EA3951}"/>
              </a:ext>
            </a:extLst>
          </p:cNvPr>
          <p:cNvSpPr>
            <a:spLocks noGrp="1"/>
          </p:cNvSpPr>
          <p:nvPr>
            <p:ph type="title"/>
          </p:nvPr>
        </p:nvSpPr>
        <p:spPr/>
        <p:txBody>
          <a:bodyPr/>
          <a:lstStyle/>
          <a:p>
            <a:r>
              <a:rPr lang="en-GB" sz="5400" dirty="0"/>
              <a:t>Modelling Statistics Highlights (still to be refined)</a:t>
            </a:r>
            <a:endParaRPr lang="en-AU" dirty="0"/>
          </a:p>
        </p:txBody>
      </p:sp>
      <p:sp>
        <p:nvSpPr>
          <p:cNvPr id="6" name="Content Placeholder 5">
            <a:extLst>
              <a:ext uri="{FF2B5EF4-FFF2-40B4-BE49-F238E27FC236}">
                <a16:creationId xmlns:a16="http://schemas.microsoft.com/office/drawing/2014/main" id="{401CD6CE-58AA-46B8-90BB-3F3F619FC871}"/>
              </a:ext>
            </a:extLst>
          </p:cNvPr>
          <p:cNvSpPr>
            <a:spLocks noGrp="1"/>
          </p:cNvSpPr>
          <p:nvPr>
            <p:ph idx="13"/>
          </p:nvPr>
        </p:nvSpPr>
        <p:spPr>
          <a:xfrm>
            <a:off x="8451999" y="2045964"/>
            <a:ext cx="6840000" cy="5400000"/>
          </a:xfrm>
        </p:spPr>
        <p:txBody>
          <a:bodyPr/>
          <a:lstStyle/>
          <a:p>
            <a:pPr marL="0" lvl="0" indent="0" algn="l" rtl="0">
              <a:lnSpc>
                <a:spcPct val="90000"/>
              </a:lnSpc>
              <a:spcBef>
                <a:spcPts val="800"/>
              </a:spcBef>
              <a:spcAft>
                <a:spcPts val="0"/>
              </a:spcAft>
              <a:buClr>
                <a:srgbClr val="59575C"/>
              </a:buClr>
              <a:buSzPts val="1500"/>
              <a:buFont typeface="Arial"/>
              <a:buNone/>
            </a:pPr>
            <a:r>
              <a:rPr lang="en-AU" sz="1400" b="1" dirty="0"/>
              <a:t>Devices Preferences</a:t>
            </a:r>
          </a:p>
          <a:p>
            <a:pPr marL="240012" lvl="2">
              <a:spcBef>
                <a:spcPts val="1200"/>
              </a:spcBef>
              <a:buSzPts val="1500"/>
            </a:pPr>
            <a:r>
              <a:rPr lang="en-AU" sz="1400" dirty="0"/>
              <a:t>49% of all mobile users use iPhone with the default Mail App, which provides the best email rendering experience.</a:t>
            </a:r>
          </a:p>
          <a:p>
            <a:pPr marL="240012" lvl="2">
              <a:spcBef>
                <a:spcPts val="1200"/>
              </a:spcBef>
              <a:buSzPts val="1500"/>
            </a:pPr>
            <a:r>
              <a:rPr lang="en-AU" sz="1400" dirty="0"/>
              <a:t>More than 86,000 users preferred device will support Interactive Email and other advanced features.</a:t>
            </a:r>
          </a:p>
          <a:p>
            <a:pPr marL="240012" lvl="2">
              <a:spcBef>
                <a:spcPts val="1200"/>
              </a:spcBef>
              <a:buSzPts val="1500"/>
            </a:pPr>
            <a:endParaRPr lang="en-AU" sz="1400" dirty="0"/>
          </a:p>
          <a:p>
            <a:pPr marL="0" lvl="0" indent="0" algn="l" rtl="0">
              <a:lnSpc>
                <a:spcPct val="90000"/>
              </a:lnSpc>
              <a:spcBef>
                <a:spcPts val="800"/>
              </a:spcBef>
              <a:spcAft>
                <a:spcPts val="0"/>
              </a:spcAft>
              <a:buNone/>
            </a:pPr>
            <a:r>
              <a:rPr lang="en-AU" sz="1400" b="1" dirty="0"/>
              <a:t>Donation Statistics</a:t>
            </a:r>
          </a:p>
          <a:p>
            <a:pPr marL="240012" lvl="2">
              <a:spcBef>
                <a:spcPts val="1200"/>
              </a:spcBef>
              <a:spcAft>
                <a:spcPts val="0"/>
              </a:spcAft>
              <a:buSzPts val="1500"/>
            </a:pPr>
            <a:r>
              <a:rPr lang="en-AU" sz="1400" dirty="0"/>
              <a:t>Estimated $3.4 million from email campaigns YTD (including recurring) </a:t>
            </a:r>
          </a:p>
          <a:p>
            <a:pPr marL="240012" lvl="2">
              <a:spcBef>
                <a:spcPts val="1200"/>
              </a:spcBef>
              <a:spcAft>
                <a:spcPts val="0"/>
              </a:spcAft>
              <a:buSzPts val="1500"/>
            </a:pPr>
            <a:r>
              <a:rPr lang="en-AU" sz="1400" dirty="0"/>
              <a:t>Highest Performing Single Email: BB_Tax_Appeal_EDM4_20200528_v2  </a:t>
            </a:r>
          </a:p>
          <a:p>
            <a:pPr marL="240012" lvl="2">
              <a:spcBef>
                <a:spcPts val="1200"/>
              </a:spcBef>
              <a:spcAft>
                <a:spcPts val="0"/>
              </a:spcAft>
              <a:buSzPts val="1500"/>
            </a:pPr>
            <a:r>
              <a:rPr lang="en-AU" sz="1400" dirty="0"/>
              <a:t>Newsletter emails perform exceptionally well with a total of $750k in donations attributed.</a:t>
            </a:r>
          </a:p>
          <a:p>
            <a:pPr marL="241300" lvl="0" indent="0" algn="l" rtl="0">
              <a:lnSpc>
                <a:spcPct val="115000"/>
              </a:lnSpc>
              <a:spcBef>
                <a:spcPts val="500"/>
              </a:spcBef>
              <a:spcAft>
                <a:spcPts val="0"/>
              </a:spcAft>
              <a:buNone/>
            </a:pPr>
            <a:endParaRPr lang="en-AU" sz="1400" dirty="0">
              <a:solidFill>
                <a:srgbClr val="8D837B"/>
              </a:solidFill>
            </a:endParaRPr>
          </a:p>
          <a:p>
            <a:pPr marL="0" indent="0">
              <a:lnSpc>
                <a:spcPct val="90000"/>
              </a:lnSpc>
              <a:spcBef>
                <a:spcPts val="800"/>
              </a:spcBef>
              <a:buNone/>
            </a:pPr>
            <a:r>
              <a:rPr lang="en-AU" sz="1400" b="1" dirty="0"/>
              <a:t>Donation Propensity</a:t>
            </a:r>
          </a:p>
          <a:p>
            <a:pPr marL="240012" marR="0" lvl="2">
              <a:spcBef>
                <a:spcPts val="1200"/>
              </a:spcBef>
              <a:buSzPts val="1500"/>
            </a:pPr>
            <a:r>
              <a:rPr lang="en-AU" sz="1400" dirty="0"/>
              <a:t>There are 819 potentially high value donors – subscribers who donate regularly with good amounts and are responsive to promotions.</a:t>
            </a:r>
          </a:p>
          <a:p>
            <a:pPr marL="240012" marR="0" lvl="2">
              <a:spcBef>
                <a:spcPts val="1200"/>
              </a:spcBef>
              <a:buSzPts val="1500"/>
            </a:pPr>
            <a:r>
              <a:rPr lang="en-AU" sz="1400" dirty="0"/>
              <a:t>Additionally, Beyond Blue has 289 new promising donors (July 2020), who have recently donated but not often.</a:t>
            </a:r>
          </a:p>
          <a:p>
            <a:pPr marL="240012" marR="0" lvl="2">
              <a:spcBef>
                <a:spcPts val="1200"/>
              </a:spcBef>
              <a:buSzPts val="1500"/>
            </a:pPr>
            <a:endParaRPr lang="en-AU" sz="1400" dirty="0"/>
          </a:p>
          <a:p>
            <a:pPr marL="240012" lvl="2">
              <a:spcBef>
                <a:spcPts val="1200"/>
              </a:spcBef>
              <a:buSzPts val="1500"/>
            </a:pPr>
            <a:endParaRPr lang="en-AU" sz="1400" dirty="0">
              <a:sym typeface="Calibri"/>
            </a:endParaRPr>
          </a:p>
          <a:p>
            <a:endParaRPr lang="en-AU" sz="1400" dirty="0"/>
          </a:p>
        </p:txBody>
      </p:sp>
    </p:spTree>
    <p:extLst>
      <p:ext uri="{BB962C8B-B14F-4D97-AF65-F5344CB8AC3E}">
        <p14:creationId xmlns:p14="http://schemas.microsoft.com/office/powerpoint/2010/main" val="521065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BDBF04-B740-42FB-9B7F-FECA3D2B7BB7}"/>
              </a:ext>
            </a:extLst>
          </p:cNvPr>
          <p:cNvSpPr>
            <a:spLocks noGrp="1"/>
          </p:cNvSpPr>
          <p:nvPr>
            <p:ph idx="1"/>
          </p:nvPr>
        </p:nvSpPr>
        <p:spPr>
          <a:xfrm>
            <a:off x="963999" y="2045964"/>
            <a:ext cx="6840000" cy="5400000"/>
          </a:xfrm>
        </p:spPr>
        <p:txBody>
          <a:bodyPr/>
          <a:lstStyle/>
          <a:p>
            <a:pPr marL="0" lvl="0" indent="0" algn="l" rtl="0">
              <a:lnSpc>
                <a:spcPct val="90000"/>
              </a:lnSpc>
              <a:spcBef>
                <a:spcPts val="0"/>
              </a:spcBef>
              <a:spcAft>
                <a:spcPts val="0"/>
              </a:spcAft>
              <a:buClr>
                <a:srgbClr val="59575C"/>
              </a:buClr>
              <a:buSzPts val="1500"/>
              <a:buFont typeface="Arial"/>
              <a:buNone/>
            </a:pPr>
            <a:r>
              <a:rPr lang="en-AU" sz="1400" b="1" dirty="0"/>
              <a:t>Average Engagements – 12 months</a:t>
            </a:r>
          </a:p>
          <a:p>
            <a:pPr>
              <a:buSzPts val="1500"/>
            </a:pPr>
            <a:r>
              <a:rPr lang="en-AU" sz="1400" dirty="0"/>
              <a:t>Mean – average of 7.7 opens per subscriber</a:t>
            </a:r>
          </a:p>
          <a:p>
            <a:pPr>
              <a:buSzPts val="1500"/>
            </a:pPr>
            <a:r>
              <a:rPr lang="en-AU" sz="1400" dirty="0"/>
              <a:t>Median – 4 is the middle number of opens on the bell curve</a:t>
            </a:r>
          </a:p>
          <a:p>
            <a:pPr>
              <a:buSzPts val="1500"/>
            </a:pPr>
            <a:r>
              <a:rPr lang="en-AU" sz="1400" dirty="0"/>
              <a:t>Mode – 1 is the most common amount of times opened by subscribers</a:t>
            </a:r>
          </a:p>
          <a:p>
            <a:pPr lvl="0">
              <a:spcAft>
                <a:spcPts val="0"/>
              </a:spcAft>
              <a:buSzPts val="1500"/>
            </a:pPr>
            <a:endParaRPr lang="en-AU" sz="1400" dirty="0"/>
          </a:p>
          <a:p>
            <a:pPr marL="0" lvl="0" indent="0" algn="l" rtl="0">
              <a:lnSpc>
                <a:spcPct val="90000"/>
              </a:lnSpc>
              <a:spcBef>
                <a:spcPts val="800"/>
              </a:spcBef>
              <a:spcAft>
                <a:spcPts val="0"/>
              </a:spcAft>
              <a:buClr>
                <a:srgbClr val="59575C"/>
              </a:buClr>
              <a:buSzPts val="1500"/>
              <a:buFont typeface="Arial"/>
              <a:buNone/>
            </a:pPr>
            <a:r>
              <a:rPr lang="en-AU" sz="1400" b="1" dirty="0"/>
              <a:t>Day Preference</a:t>
            </a:r>
          </a:p>
          <a:p>
            <a:pPr marL="240012" marR="0" lvl="2">
              <a:spcBef>
                <a:spcPts val="1200"/>
              </a:spcBef>
              <a:spcAft>
                <a:spcPts val="0"/>
              </a:spcAft>
              <a:buSzPts val="1500"/>
            </a:pPr>
            <a:r>
              <a:rPr lang="en-AU" sz="1400" dirty="0"/>
              <a:t>Friday (34.4%) and Wednesdays (21.2%) make up the highest email engagement days.</a:t>
            </a:r>
          </a:p>
          <a:p>
            <a:pPr marL="240012" marR="0" lvl="2">
              <a:spcBef>
                <a:spcPts val="1200"/>
              </a:spcBef>
              <a:spcAft>
                <a:spcPts val="0"/>
              </a:spcAft>
              <a:buSzPts val="1500"/>
            </a:pPr>
            <a:r>
              <a:rPr lang="en-AU" sz="1400" dirty="0"/>
              <a:t>Interestingly, Sunday (4.7%) sees a higher chance of email engagement than Monday (2.9%).</a:t>
            </a:r>
          </a:p>
          <a:p>
            <a:pPr marL="203200" lvl="2" indent="-38100" algn="l" rtl="0">
              <a:lnSpc>
                <a:spcPct val="90000"/>
              </a:lnSpc>
              <a:spcBef>
                <a:spcPts val="500"/>
              </a:spcBef>
              <a:spcAft>
                <a:spcPts val="0"/>
              </a:spcAft>
              <a:buClr>
                <a:srgbClr val="8D837B"/>
              </a:buClr>
              <a:buSzPts val="1500"/>
              <a:buFont typeface="Arial"/>
              <a:buNone/>
            </a:pPr>
            <a:endParaRPr lang="en-AU" sz="1400" b="1" dirty="0"/>
          </a:p>
          <a:p>
            <a:pPr marL="0" lvl="0" indent="0" algn="l" rtl="0">
              <a:lnSpc>
                <a:spcPct val="90000"/>
              </a:lnSpc>
              <a:spcBef>
                <a:spcPts val="800"/>
              </a:spcBef>
              <a:spcAft>
                <a:spcPts val="0"/>
              </a:spcAft>
              <a:buClr>
                <a:srgbClr val="59575C"/>
              </a:buClr>
              <a:buSzPts val="1500"/>
              <a:buFont typeface="Arial"/>
              <a:buNone/>
            </a:pPr>
            <a:r>
              <a:rPr lang="en-AU" sz="1400" b="1" dirty="0"/>
              <a:t>Time Preference</a:t>
            </a:r>
          </a:p>
          <a:p>
            <a:pPr marL="240012" marR="0" lvl="2">
              <a:spcBef>
                <a:spcPts val="1200"/>
              </a:spcBef>
              <a:spcAft>
                <a:spcPts val="0"/>
              </a:spcAft>
              <a:buSzPts val="1500"/>
            </a:pPr>
            <a:r>
              <a:rPr lang="en-AU" sz="1400" dirty="0"/>
              <a:t>Highest engagement at 4pm and then from 6pm – 8pm.</a:t>
            </a:r>
          </a:p>
          <a:p>
            <a:pPr marL="240012" marR="0" lvl="2">
              <a:spcBef>
                <a:spcPts val="1200"/>
              </a:spcBef>
              <a:spcAft>
                <a:spcPts val="0"/>
              </a:spcAft>
              <a:buSzPts val="1500"/>
            </a:pPr>
            <a:r>
              <a:rPr lang="en-AU" sz="1400" dirty="0"/>
              <a:t>The lowest performing business hour of the day is 1pm.</a:t>
            </a:r>
          </a:p>
          <a:p>
            <a:pPr marL="240012" marR="0" lvl="2">
              <a:spcBef>
                <a:spcPts val="1200"/>
              </a:spcBef>
              <a:spcAft>
                <a:spcPts val="0"/>
              </a:spcAft>
              <a:buSzPts val="1500"/>
            </a:pPr>
            <a:endParaRPr lang="en-AU" sz="1400" dirty="0"/>
          </a:p>
          <a:p>
            <a:pPr marL="0" marR="0" lvl="0" indent="0" algn="l" rtl="0">
              <a:lnSpc>
                <a:spcPct val="100000"/>
              </a:lnSpc>
              <a:spcBef>
                <a:spcPts val="0"/>
              </a:spcBef>
              <a:spcAft>
                <a:spcPts val="0"/>
              </a:spcAft>
              <a:buClr>
                <a:srgbClr val="59575C"/>
              </a:buClr>
              <a:buSzPts val="1500"/>
              <a:buFont typeface="Arial"/>
              <a:buNone/>
            </a:pPr>
            <a:r>
              <a:rPr lang="en-AU" sz="1400" b="1" dirty="0"/>
              <a:t>Desktop and Mobile Preferences</a:t>
            </a:r>
          </a:p>
          <a:p>
            <a:pPr marL="240012" marR="0" lvl="2">
              <a:spcBef>
                <a:spcPts val="1200"/>
              </a:spcBef>
              <a:spcAft>
                <a:spcPts val="0"/>
              </a:spcAft>
              <a:buSzPts val="1500"/>
            </a:pPr>
            <a:r>
              <a:rPr lang="en-AU" sz="1400" dirty="0"/>
              <a:t>Desktop and mobile split are very even compared to Australian trends</a:t>
            </a:r>
          </a:p>
          <a:p>
            <a:pPr marL="240012" marR="0" lvl="2">
              <a:spcBef>
                <a:spcPts val="1200"/>
              </a:spcBef>
              <a:spcAft>
                <a:spcPts val="0"/>
              </a:spcAft>
              <a:buSzPts val="1500"/>
            </a:pPr>
            <a:r>
              <a:rPr lang="en-AU" sz="1400" dirty="0"/>
              <a:t>51% prefer desktop (trend: 53%)</a:t>
            </a:r>
          </a:p>
          <a:p>
            <a:pPr marL="240012" marR="0" lvl="2">
              <a:spcBef>
                <a:spcPts val="1200"/>
              </a:spcBef>
              <a:spcAft>
                <a:spcPts val="0"/>
              </a:spcAft>
              <a:buSzPts val="1500"/>
            </a:pPr>
            <a:r>
              <a:rPr lang="en-AU" sz="1400" dirty="0"/>
              <a:t>49% prefer mobile (trend: 47%)</a:t>
            </a:r>
          </a:p>
          <a:p>
            <a:pPr marL="240012" marR="0" lvl="2">
              <a:spcBef>
                <a:spcPts val="1200"/>
              </a:spcBef>
              <a:spcAft>
                <a:spcPts val="0"/>
              </a:spcAft>
              <a:buSzPts val="1500"/>
            </a:pPr>
            <a:endParaRPr lang="en-AU" sz="1400" dirty="0"/>
          </a:p>
          <a:p>
            <a:endParaRPr lang="en-AU" sz="1800" dirty="0"/>
          </a:p>
        </p:txBody>
      </p:sp>
      <p:sp>
        <p:nvSpPr>
          <p:cNvPr id="3" name="Footer Placeholder 2">
            <a:extLst>
              <a:ext uri="{FF2B5EF4-FFF2-40B4-BE49-F238E27FC236}">
                <a16:creationId xmlns:a16="http://schemas.microsoft.com/office/drawing/2014/main" id="{11B98340-81FD-4D45-8A84-D69490DCDF14}"/>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5EFE24C2-0551-4AE5-B075-A35EA2949498}"/>
              </a:ext>
            </a:extLst>
          </p:cNvPr>
          <p:cNvSpPr>
            <a:spLocks noGrp="1"/>
          </p:cNvSpPr>
          <p:nvPr>
            <p:ph type="sldNum" sz="quarter" idx="12"/>
          </p:nvPr>
        </p:nvSpPr>
        <p:spPr/>
        <p:txBody>
          <a:bodyPr/>
          <a:lstStyle/>
          <a:p>
            <a:fld id="{E6316B6A-336A-44FF-82DA-A4D1594FA055}" type="slidenum">
              <a:rPr lang="en-AU" smtClean="0"/>
              <a:t>17</a:t>
            </a:fld>
            <a:endParaRPr lang="en-AU"/>
          </a:p>
        </p:txBody>
      </p:sp>
      <p:sp>
        <p:nvSpPr>
          <p:cNvPr id="5" name="Title 4">
            <a:extLst>
              <a:ext uri="{FF2B5EF4-FFF2-40B4-BE49-F238E27FC236}">
                <a16:creationId xmlns:a16="http://schemas.microsoft.com/office/drawing/2014/main" id="{5296AF29-24C4-4CA4-B946-38FCF2EA3951}"/>
              </a:ext>
            </a:extLst>
          </p:cNvPr>
          <p:cNvSpPr>
            <a:spLocks noGrp="1"/>
          </p:cNvSpPr>
          <p:nvPr>
            <p:ph type="title"/>
          </p:nvPr>
        </p:nvSpPr>
        <p:spPr/>
        <p:txBody>
          <a:bodyPr/>
          <a:lstStyle/>
          <a:p>
            <a:r>
              <a:rPr lang="en-GB" sz="5400" dirty="0"/>
              <a:t>Modelling Statistics Highlights (still to be refined)</a:t>
            </a:r>
            <a:endParaRPr lang="en-AU" dirty="0"/>
          </a:p>
        </p:txBody>
      </p:sp>
      <p:sp>
        <p:nvSpPr>
          <p:cNvPr id="6" name="Content Placeholder 5">
            <a:extLst>
              <a:ext uri="{FF2B5EF4-FFF2-40B4-BE49-F238E27FC236}">
                <a16:creationId xmlns:a16="http://schemas.microsoft.com/office/drawing/2014/main" id="{401CD6CE-58AA-46B8-90BB-3F3F619FC871}"/>
              </a:ext>
            </a:extLst>
          </p:cNvPr>
          <p:cNvSpPr>
            <a:spLocks noGrp="1"/>
          </p:cNvSpPr>
          <p:nvPr>
            <p:ph idx="13"/>
          </p:nvPr>
        </p:nvSpPr>
        <p:spPr>
          <a:xfrm>
            <a:off x="8451999" y="2045964"/>
            <a:ext cx="6840000" cy="5400000"/>
          </a:xfrm>
        </p:spPr>
        <p:txBody>
          <a:bodyPr/>
          <a:lstStyle/>
          <a:p>
            <a:pPr marL="0" lvl="0" indent="0" algn="l" rtl="0">
              <a:lnSpc>
                <a:spcPct val="90000"/>
              </a:lnSpc>
              <a:spcBef>
                <a:spcPts val="800"/>
              </a:spcBef>
              <a:spcAft>
                <a:spcPts val="0"/>
              </a:spcAft>
              <a:buClr>
                <a:srgbClr val="59575C"/>
              </a:buClr>
              <a:buSzPts val="1500"/>
              <a:buFont typeface="Arial"/>
              <a:buNone/>
            </a:pPr>
            <a:r>
              <a:rPr lang="en-AU" sz="1400" b="1" dirty="0"/>
              <a:t>Devices Preferences</a:t>
            </a:r>
          </a:p>
          <a:p>
            <a:pPr marL="240012" lvl="2">
              <a:spcBef>
                <a:spcPts val="1200"/>
              </a:spcBef>
              <a:buSzPts val="1500"/>
            </a:pPr>
            <a:r>
              <a:rPr lang="en-AU" sz="1400" dirty="0"/>
              <a:t>49% of all mobile users use iPhone with the default Mail App, which provides the best email rendering experience.</a:t>
            </a:r>
          </a:p>
          <a:p>
            <a:pPr marL="240012" lvl="2">
              <a:spcBef>
                <a:spcPts val="1200"/>
              </a:spcBef>
              <a:buSzPts val="1500"/>
            </a:pPr>
            <a:r>
              <a:rPr lang="en-AU" sz="1400" dirty="0"/>
              <a:t>More than 86,000 users preferred device will support Interactive Email and other advanced features.</a:t>
            </a:r>
          </a:p>
          <a:p>
            <a:pPr marL="240012" lvl="2">
              <a:spcBef>
                <a:spcPts val="1200"/>
              </a:spcBef>
              <a:buSzPts val="1500"/>
            </a:pPr>
            <a:endParaRPr lang="en-AU" sz="1400" dirty="0"/>
          </a:p>
          <a:p>
            <a:pPr marL="0" lvl="0" indent="0" algn="l" rtl="0">
              <a:lnSpc>
                <a:spcPct val="90000"/>
              </a:lnSpc>
              <a:spcBef>
                <a:spcPts val="800"/>
              </a:spcBef>
              <a:spcAft>
                <a:spcPts val="0"/>
              </a:spcAft>
              <a:buNone/>
            </a:pPr>
            <a:r>
              <a:rPr lang="en-AU" sz="1400" b="1" dirty="0"/>
              <a:t>Donation Statistics</a:t>
            </a:r>
          </a:p>
          <a:p>
            <a:pPr marL="240012" lvl="2">
              <a:spcBef>
                <a:spcPts val="1200"/>
              </a:spcBef>
              <a:spcAft>
                <a:spcPts val="0"/>
              </a:spcAft>
              <a:buSzPts val="1500"/>
            </a:pPr>
            <a:r>
              <a:rPr lang="en-AU" sz="1400" dirty="0"/>
              <a:t>$3.4 million from email campaigns YTD (including recurring) </a:t>
            </a:r>
          </a:p>
          <a:p>
            <a:pPr marL="240012" lvl="2">
              <a:spcBef>
                <a:spcPts val="1200"/>
              </a:spcBef>
              <a:spcAft>
                <a:spcPts val="0"/>
              </a:spcAft>
              <a:buSzPts val="1500"/>
            </a:pPr>
            <a:r>
              <a:rPr lang="en-AU" sz="1400" dirty="0"/>
              <a:t>Highest Performing Single Email: BB_Tax_Appeal_EDM4_20200528_v2 with $444k attributed to this campaign.</a:t>
            </a:r>
          </a:p>
          <a:p>
            <a:pPr marL="240012" lvl="2">
              <a:spcBef>
                <a:spcPts val="1200"/>
              </a:spcBef>
              <a:spcAft>
                <a:spcPts val="0"/>
              </a:spcAft>
              <a:buSzPts val="1500"/>
            </a:pPr>
            <a:r>
              <a:rPr lang="en-AU" sz="1400" dirty="0"/>
              <a:t>Newsletter emails perform exceptionally well with a total of $750k in donations attributed.</a:t>
            </a:r>
          </a:p>
          <a:p>
            <a:pPr marL="241300" lvl="0" indent="0" algn="l" rtl="0">
              <a:lnSpc>
                <a:spcPct val="115000"/>
              </a:lnSpc>
              <a:spcBef>
                <a:spcPts val="500"/>
              </a:spcBef>
              <a:spcAft>
                <a:spcPts val="0"/>
              </a:spcAft>
              <a:buNone/>
            </a:pPr>
            <a:endParaRPr lang="en-AU" sz="1400" dirty="0">
              <a:solidFill>
                <a:srgbClr val="8D837B"/>
              </a:solidFill>
            </a:endParaRPr>
          </a:p>
          <a:p>
            <a:pPr marL="0" indent="0">
              <a:lnSpc>
                <a:spcPct val="90000"/>
              </a:lnSpc>
              <a:spcBef>
                <a:spcPts val="800"/>
              </a:spcBef>
              <a:buNone/>
            </a:pPr>
            <a:r>
              <a:rPr lang="en-AU" sz="1400" b="1" dirty="0"/>
              <a:t>Donation Propensity</a:t>
            </a:r>
          </a:p>
          <a:p>
            <a:pPr marL="240012" marR="0" lvl="2">
              <a:spcBef>
                <a:spcPts val="1200"/>
              </a:spcBef>
              <a:buSzPts val="1500"/>
            </a:pPr>
            <a:r>
              <a:rPr lang="en-AU" sz="1400" dirty="0"/>
              <a:t>There are 819 potentially high value donors – subscribers who donate regularly with good amounts and are responsive to promotions.</a:t>
            </a:r>
          </a:p>
          <a:p>
            <a:pPr marL="240012" marR="0" lvl="2">
              <a:spcBef>
                <a:spcPts val="1200"/>
              </a:spcBef>
              <a:buSzPts val="1500"/>
            </a:pPr>
            <a:r>
              <a:rPr lang="en-AU" sz="1400" dirty="0"/>
              <a:t>Additionally, Beyond Blue has 289 new promising donors (July 2020), who have recently donated but not often.</a:t>
            </a:r>
          </a:p>
          <a:p>
            <a:pPr marL="240012" marR="0" lvl="2">
              <a:spcBef>
                <a:spcPts val="1200"/>
              </a:spcBef>
              <a:buSzPts val="1500"/>
            </a:pPr>
            <a:endParaRPr lang="en-AU" sz="1400" dirty="0"/>
          </a:p>
          <a:p>
            <a:pPr marL="240012" lvl="2">
              <a:spcBef>
                <a:spcPts val="1200"/>
              </a:spcBef>
              <a:buSzPts val="1500"/>
            </a:pPr>
            <a:endParaRPr lang="en-AU" sz="1400" dirty="0">
              <a:sym typeface="Calibri"/>
            </a:endParaRPr>
          </a:p>
          <a:p>
            <a:endParaRPr lang="en-AU" sz="1400" dirty="0"/>
          </a:p>
        </p:txBody>
      </p:sp>
    </p:spTree>
    <p:extLst>
      <p:ext uri="{BB962C8B-B14F-4D97-AF65-F5344CB8AC3E}">
        <p14:creationId xmlns:p14="http://schemas.microsoft.com/office/powerpoint/2010/main" val="1438319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F20474-43FF-49A7-9426-4D8BDE6A1036}"/>
              </a:ext>
            </a:extLst>
          </p:cNvPr>
          <p:cNvSpPr>
            <a:spLocks noGrp="1"/>
          </p:cNvSpPr>
          <p:nvPr>
            <p:ph idx="1"/>
          </p:nvPr>
        </p:nvSpPr>
        <p:spPr>
          <a:xfrm>
            <a:off x="963999" y="2045964"/>
            <a:ext cx="14328000" cy="5400000"/>
          </a:xfrm>
        </p:spPr>
        <p:txBody>
          <a:bodyPr/>
          <a:lstStyle/>
          <a:p>
            <a:pPr marL="0" indent="0">
              <a:buNone/>
            </a:pPr>
            <a:r>
              <a:rPr lang="en-AU" sz="1800" b="1" dirty="0"/>
              <a:t>Machine Learning for Beyond Blue</a:t>
            </a:r>
          </a:p>
          <a:p>
            <a:r>
              <a:rPr lang="en-AU" sz="1800" dirty="0"/>
              <a:t>AI Predictive lifetime donor value (New Donors)</a:t>
            </a:r>
          </a:p>
          <a:p>
            <a:r>
              <a:rPr lang="en-AU" sz="1800" dirty="0"/>
              <a:t>AI Propensity to convert to donor (First Time)</a:t>
            </a:r>
          </a:p>
          <a:p>
            <a:r>
              <a:rPr lang="en-AU" sz="1800" dirty="0"/>
              <a:t>AI Propensity to convert to recurring</a:t>
            </a:r>
          </a:p>
          <a:p>
            <a:r>
              <a:rPr lang="en-AU" sz="1800" dirty="0"/>
              <a:t>AI Propensity to upgrade</a:t>
            </a:r>
          </a:p>
          <a:p>
            <a:r>
              <a:rPr lang="en-AU" sz="1800" dirty="0"/>
              <a:t>Propensity to churn / lapse</a:t>
            </a:r>
          </a:p>
          <a:p>
            <a:endParaRPr lang="en-AU" sz="1800" dirty="0"/>
          </a:p>
        </p:txBody>
      </p:sp>
      <p:sp>
        <p:nvSpPr>
          <p:cNvPr id="3" name="Footer Placeholder 2">
            <a:extLst>
              <a:ext uri="{FF2B5EF4-FFF2-40B4-BE49-F238E27FC236}">
                <a16:creationId xmlns:a16="http://schemas.microsoft.com/office/drawing/2014/main" id="{79AC62E6-B514-462C-89C5-135EFBB246E5}"/>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4953A4C0-EEF9-4022-B602-2B9FFB9B0654}"/>
              </a:ext>
            </a:extLst>
          </p:cNvPr>
          <p:cNvSpPr>
            <a:spLocks noGrp="1"/>
          </p:cNvSpPr>
          <p:nvPr>
            <p:ph type="sldNum" sz="quarter" idx="12"/>
          </p:nvPr>
        </p:nvSpPr>
        <p:spPr/>
        <p:txBody>
          <a:bodyPr/>
          <a:lstStyle/>
          <a:p>
            <a:fld id="{E6316B6A-336A-44FF-82DA-A4D1594FA055}" type="slidenum">
              <a:rPr lang="en-AU" smtClean="0"/>
              <a:t>18</a:t>
            </a:fld>
            <a:endParaRPr lang="en-AU"/>
          </a:p>
        </p:txBody>
      </p:sp>
      <p:sp>
        <p:nvSpPr>
          <p:cNvPr id="5" name="Title 4">
            <a:extLst>
              <a:ext uri="{FF2B5EF4-FFF2-40B4-BE49-F238E27FC236}">
                <a16:creationId xmlns:a16="http://schemas.microsoft.com/office/drawing/2014/main" id="{2AF66815-A81C-4B3D-83DB-ED1B8579F9D9}"/>
              </a:ext>
            </a:extLst>
          </p:cNvPr>
          <p:cNvSpPr>
            <a:spLocks noGrp="1"/>
          </p:cNvSpPr>
          <p:nvPr>
            <p:ph type="title"/>
          </p:nvPr>
        </p:nvSpPr>
        <p:spPr/>
        <p:txBody>
          <a:bodyPr/>
          <a:lstStyle/>
          <a:p>
            <a:r>
              <a:rPr lang="en-AU" dirty="0"/>
              <a:t>Looking to the future</a:t>
            </a:r>
          </a:p>
        </p:txBody>
      </p:sp>
      <p:pic>
        <p:nvPicPr>
          <p:cNvPr id="7" name="Google Shape;320;p63">
            <a:extLst>
              <a:ext uri="{FF2B5EF4-FFF2-40B4-BE49-F238E27FC236}">
                <a16:creationId xmlns:a16="http://schemas.microsoft.com/office/drawing/2014/main" id="{59692C5B-7CB3-4F0E-A593-3D92EFE35022}"/>
              </a:ext>
            </a:extLst>
          </p:cNvPr>
          <p:cNvPicPr preferRelativeResize="0"/>
          <p:nvPr/>
        </p:nvPicPr>
        <p:blipFill rotWithShape="1">
          <a:blip r:embed="rId2">
            <a:alphaModFix/>
          </a:blip>
          <a:srcRect/>
          <a:stretch/>
        </p:blipFill>
        <p:spPr>
          <a:xfrm>
            <a:off x="6288595" y="2755816"/>
            <a:ext cx="9003404" cy="3980296"/>
          </a:xfrm>
          <a:prstGeom prst="rect">
            <a:avLst/>
          </a:prstGeom>
          <a:noFill/>
          <a:ln>
            <a:noFill/>
          </a:ln>
        </p:spPr>
      </p:pic>
    </p:spTree>
    <p:extLst>
      <p:ext uri="{BB962C8B-B14F-4D97-AF65-F5344CB8AC3E}">
        <p14:creationId xmlns:p14="http://schemas.microsoft.com/office/powerpoint/2010/main" val="3424601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F20474-43FF-49A7-9426-4D8BDE6A1036}"/>
              </a:ext>
            </a:extLst>
          </p:cNvPr>
          <p:cNvSpPr>
            <a:spLocks noGrp="1"/>
          </p:cNvSpPr>
          <p:nvPr>
            <p:ph idx="1"/>
          </p:nvPr>
        </p:nvSpPr>
        <p:spPr>
          <a:xfrm>
            <a:off x="963999" y="2045964"/>
            <a:ext cx="14328000" cy="5400000"/>
          </a:xfrm>
        </p:spPr>
        <p:txBody>
          <a:bodyPr/>
          <a:lstStyle/>
          <a:p>
            <a:pPr marL="0" indent="0">
              <a:buNone/>
            </a:pPr>
            <a:r>
              <a:rPr lang="en-AU" sz="1800" b="1" dirty="0"/>
              <a:t>CRM Team </a:t>
            </a:r>
          </a:p>
          <a:p>
            <a:r>
              <a:rPr lang="en-AU" sz="1800" dirty="0"/>
              <a:t>Data Cleanse</a:t>
            </a:r>
          </a:p>
          <a:p>
            <a:endParaRPr lang="en-AU" sz="1800" dirty="0"/>
          </a:p>
          <a:p>
            <a:pPr marL="0" indent="0">
              <a:buNone/>
            </a:pPr>
            <a:r>
              <a:rPr lang="en-AU" sz="1800" b="1" dirty="0"/>
              <a:t>Email Team</a:t>
            </a:r>
          </a:p>
          <a:p>
            <a:r>
              <a:rPr lang="en-AU" sz="1800" dirty="0"/>
              <a:t>Handover from the digital agency</a:t>
            </a:r>
          </a:p>
          <a:p>
            <a:r>
              <a:rPr lang="en-AU" sz="1800" dirty="0"/>
              <a:t>Review handover</a:t>
            </a:r>
          </a:p>
          <a:p>
            <a:r>
              <a:rPr lang="en-AU" sz="1800" dirty="0"/>
              <a:t>Provide insight to the broader Beyond Blue teams</a:t>
            </a:r>
          </a:p>
          <a:p>
            <a:r>
              <a:rPr lang="en-AU" sz="1800" dirty="0"/>
              <a:t>Create a plan for the future with the new data plan and </a:t>
            </a:r>
            <a:r>
              <a:rPr lang="en-AU" sz="1800"/>
              <a:t>data structure within SFMC</a:t>
            </a:r>
            <a:endParaRPr lang="en-AU" sz="1800" dirty="0"/>
          </a:p>
        </p:txBody>
      </p:sp>
      <p:sp>
        <p:nvSpPr>
          <p:cNvPr id="3" name="Footer Placeholder 2">
            <a:extLst>
              <a:ext uri="{FF2B5EF4-FFF2-40B4-BE49-F238E27FC236}">
                <a16:creationId xmlns:a16="http://schemas.microsoft.com/office/drawing/2014/main" id="{79AC62E6-B514-462C-89C5-135EFBB246E5}"/>
              </a:ext>
            </a:extLst>
          </p:cNvPr>
          <p:cNvSpPr>
            <a:spLocks noGrp="1"/>
          </p:cNvSpPr>
          <p:nvPr>
            <p:ph type="ftr" sz="quarter" idx="11"/>
          </p:nvPr>
        </p:nvSpPr>
        <p:spPr/>
        <p:txBody>
          <a:bodyPr/>
          <a:lstStyle/>
          <a:p>
            <a:r>
              <a:rPr lang="en-AU"/>
              <a:t>© Beyond Blue Ltd</a:t>
            </a:r>
          </a:p>
        </p:txBody>
      </p:sp>
      <p:sp>
        <p:nvSpPr>
          <p:cNvPr id="4" name="Slide Number Placeholder 3">
            <a:extLst>
              <a:ext uri="{FF2B5EF4-FFF2-40B4-BE49-F238E27FC236}">
                <a16:creationId xmlns:a16="http://schemas.microsoft.com/office/drawing/2014/main" id="{4953A4C0-EEF9-4022-B602-2B9FFB9B0654}"/>
              </a:ext>
            </a:extLst>
          </p:cNvPr>
          <p:cNvSpPr>
            <a:spLocks noGrp="1"/>
          </p:cNvSpPr>
          <p:nvPr>
            <p:ph type="sldNum" sz="quarter" idx="12"/>
          </p:nvPr>
        </p:nvSpPr>
        <p:spPr/>
        <p:txBody>
          <a:bodyPr/>
          <a:lstStyle/>
          <a:p>
            <a:fld id="{E6316B6A-336A-44FF-82DA-A4D1594FA055}" type="slidenum">
              <a:rPr lang="en-AU" smtClean="0"/>
              <a:t>19</a:t>
            </a:fld>
            <a:endParaRPr lang="en-AU"/>
          </a:p>
        </p:txBody>
      </p:sp>
      <p:sp>
        <p:nvSpPr>
          <p:cNvPr id="5" name="Title 4">
            <a:extLst>
              <a:ext uri="{FF2B5EF4-FFF2-40B4-BE49-F238E27FC236}">
                <a16:creationId xmlns:a16="http://schemas.microsoft.com/office/drawing/2014/main" id="{2AF66815-A81C-4B3D-83DB-ED1B8579F9D9}"/>
              </a:ext>
            </a:extLst>
          </p:cNvPr>
          <p:cNvSpPr>
            <a:spLocks noGrp="1"/>
          </p:cNvSpPr>
          <p:nvPr>
            <p:ph type="title"/>
          </p:nvPr>
        </p:nvSpPr>
        <p:spPr/>
        <p:txBody>
          <a:bodyPr/>
          <a:lstStyle/>
          <a:p>
            <a:r>
              <a:rPr lang="en-AU" dirty="0"/>
              <a:t>Next Steps</a:t>
            </a:r>
          </a:p>
        </p:txBody>
      </p:sp>
    </p:spTree>
    <p:extLst>
      <p:ext uri="{BB962C8B-B14F-4D97-AF65-F5344CB8AC3E}">
        <p14:creationId xmlns:p14="http://schemas.microsoft.com/office/powerpoint/2010/main" val="1875357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5CAD8B5-4949-4032-90A4-9E194A69DACE}"/>
              </a:ext>
            </a:extLst>
          </p:cNvPr>
          <p:cNvSpPr>
            <a:spLocks noGrp="1"/>
          </p:cNvSpPr>
          <p:nvPr>
            <p:ph type="title"/>
          </p:nvPr>
        </p:nvSpPr>
        <p:spPr/>
        <p:txBody>
          <a:bodyPr/>
          <a:lstStyle/>
          <a:p>
            <a:r>
              <a:rPr lang="en-AU" dirty="0"/>
              <a:t>Thanks!</a:t>
            </a:r>
          </a:p>
        </p:txBody>
      </p:sp>
      <p:sp>
        <p:nvSpPr>
          <p:cNvPr id="3" name="Footer Placeholder 2">
            <a:extLst>
              <a:ext uri="{FF2B5EF4-FFF2-40B4-BE49-F238E27FC236}">
                <a16:creationId xmlns:a16="http://schemas.microsoft.com/office/drawing/2014/main" id="{E10042E8-43EB-47BE-B14A-B9A9DE4DC76F}"/>
              </a:ext>
            </a:extLst>
          </p:cNvPr>
          <p:cNvSpPr>
            <a:spLocks noGrp="1"/>
          </p:cNvSpPr>
          <p:nvPr>
            <p:ph type="ftr" sz="quarter" idx="11"/>
          </p:nvPr>
        </p:nvSpPr>
        <p:spPr/>
        <p:txBody>
          <a:bodyPr/>
          <a:lstStyle/>
          <a:p>
            <a:r>
              <a:rPr lang="en-AU" dirty="0"/>
              <a:t>© Beyond Blue Ltd</a:t>
            </a:r>
          </a:p>
        </p:txBody>
      </p:sp>
      <p:sp>
        <p:nvSpPr>
          <p:cNvPr id="4" name="Slide Number Placeholder 3">
            <a:extLst>
              <a:ext uri="{FF2B5EF4-FFF2-40B4-BE49-F238E27FC236}">
                <a16:creationId xmlns:a16="http://schemas.microsoft.com/office/drawing/2014/main" id="{423A7AC9-07C4-4429-B6F5-F07F9EED620D}"/>
              </a:ext>
            </a:extLst>
          </p:cNvPr>
          <p:cNvSpPr>
            <a:spLocks noGrp="1"/>
          </p:cNvSpPr>
          <p:nvPr>
            <p:ph type="sldNum" sz="quarter" idx="12"/>
          </p:nvPr>
        </p:nvSpPr>
        <p:spPr/>
        <p:txBody>
          <a:bodyPr/>
          <a:lstStyle/>
          <a:p>
            <a:fld id="{E6316B6A-336A-44FF-82DA-A4D1594FA055}" type="slidenum">
              <a:rPr lang="en-AU" dirty="0" smtClean="0"/>
              <a:t>20</a:t>
            </a:fld>
            <a:endParaRPr lang="en-AU" dirty="0"/>
          </a:p>
        </p:txBody>
      </p:sp>
    </p:spTree>
    <p:extLst>
      <p:ext uri="{BB962C8B-B14F-4D97-AF65-F5344CB8AC3E}">
        <p14:creationId xmlns:p14="http://schemas.microsoft.com/office/powerpoint/2010/main" val="3281297290"/>
      </p:ext>
    </p:extLst>
  </p:cSld>
  <p:clrMapOvr>
    <a:masterClrMapping/>
  </p:clrMapOvr>
</p:sld>
</file>

<file path=ppt/theme/theme1.xml><?xml version="1.0" encoding="utf-8"?>
<a:theme xmlns:a="http://schemas.openxmlformats.org/drawingml/2006/main" name="Slide layouts with logo">
  <a:themeElements>
    <a:clrScheme name="Beyond Blue">
      <a:dk1>
        <a:srgbClr val="000000"/>
      </a:dk1>
      <a:lt1>
        <a:sysClr val="window" lastClr="FFFFFF"/>
      </a:lt1>
      <a:dk2>
        <a:srgbClr val="000000"/>
      </a:dk2>
      <a:lt2>
        <a:srgbClr val="F8F8F8"/>
      </a:lt2>
      <a:accent1>
        <a:srgbClr val="0070F1"/>
      </a:accent1>
      <a:accent2>
        <a:srgbClr val="23276C"/>
      </a:accent2>
      <a:accent3>
        <a:srgbClr val="359BFF"/>
      </a:accent3>
      <a:accent4>
        <a:srgbClr val="2041CA"/>
      </a:accent4>
      <a:accent5>
        <a:srgbClr val="ED1A60"/>
      </a:accent5>
      <a:accent6>
        <a:srgbClr val="FFB100"/>
      </a:accent6>
      <a:hlink>
        <a:srgbClr val="000000"/>
      </a:hlink>
      <a:folHlink>
        <a:srgbClr val="0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yondBlue_Powerpoint_Template.potx" id="{3324298F-947C-48BC-95E2-174EBD426692}" vid="{894B25FC-1EBE-465F-B9CE-B75F8148A48D}"/>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lide layouts no logo">
  <a:themeElements>
    <a:clrScheme name="Beyond Blue">
      <a:dk1>
        <a:srgbClr val="000000"/>
      </a:dk1>
      <a:lt1>
        <a:sysClr val="window" lastClr="FFFFFF"/>
      </a:lt1>
      <a:dk2>
        <a:srgbClr val="000000"/>
      </a:dk2>
      <a:lt2>
        <a:srgbClr val="F8F8F8"/>
      </a:lt2>
      <a:accent1>
        <a:srgbClr val="0070F1"/>
      </a:accent1>
      <a:accent2>
        <a:srgbClr val="23276C"/>
      </a:accent2>
      <a:accent3>
        <a:srgbClr val="359BFF"/>
      </a:accent3>
      <a:accent4>
        <a:srgbClr val="2041CA"/>
      </a:accent4>
      <a:accent5>
        <a:srgbClr val="ED1A60"/>
      </a:accent5>
      <a:accent6>
        <a:srgbClr val="FFB100"/>
      </a:accent6>
      <a:hlink>
        <a:srgbClr val="000000"/>
      </a:hlink>
      <a:folHlink>
        <a:srgbClr val="0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yondBlue_Powerpoint_Template.potx" id="{3324298F-947C-48BC-95E2-174EBD426692}" vid="{1D0FFAC6-91A8-4C7F-ABD9-4233DA06888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33DC1EF3E056A4EBD9C84B76E1C3854" ma:contentTypeVersion="5" ma:contentTypeDescription="Create a new document." ma:contentTypeScope="" ma:versionID="b7ff8189b4e01c961753921dbeec908f">
  <xsd:schema xmlns:xsd="http://www.w3.org/2001/XMLSchema" xmlns:xs="http://www.w3.org/2001/XMLSchema" xmlns:p="http://schemas.microsoft.com/office/2006/metadata/properties" xmlns:ns3="f076f0a3-8f4c-4b01-9451-83c92ab8a0da" xmlns:ns4="bf1d58f1-785c-4fa4-acfa-22cac4384ae0" targetNamespace="http://schemas.microsoft.com/office/2006/metadata/properties" ma:root="true" ma:fieldsID="b4ff29433565590b616ebd6313b19802" ns3:_="" ns4:_="">
    <xsd:import namespace="f076f0a3-8f4c-4b01-9451-83c92ab8a0da"/>
    <xsd:import namespace="bf1d58f1-785c-4fa4-acfa-22cac4384ae0"/>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76f0a3-8f4c-4b01-9451-83c92ab8a0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f1d58f1-785c-4fa4-acfa-22cac4384ae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9DF2173-AB70-49F6-9A39-472623AE1555}">
  <ds:schemaRefs>
    <ds:schemaRef ds:uri="http://schemas.microsoft.com/sharepoint/v3/contenttype/forms"/>
  </ds:schemaRefs>
</ds:datastoreItem>
</file>

<file path=customXml/itemProps2.xml><?xml version="1.0" encoding="utf-8"?>
<ds:datastoreItem xmlns:ds="http://schemas.openxmlformats.org/officeDocument/2006/customXml" ds:itemID="{E1625C44-F43D-4BC4-AFD5-FD107A97D61B}">
  <ds:schemaRefs>
    <ds:schemaRef ds:uri="http://purl.org/dc/terms/"/>
    <ds:schemaRef ds:uri="http://schemas.microsoft.com/office/2006/documentManagement/types"/>
    <ds:schemaRef ds:uri="http://purl.org/dc/dcmitype/"/>
    <ds:schemaRef ds:uri="f076f0a3-8f4c-4b01-9451-83c92ab8a0da"/>
    <ds:schemaRef ds:uri="bf1d58f1-785c-4fa4-acfa-22cac4384ae0"/>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50D21DC-B8A6-44DC-851A-81579730DA2D}">
  <ds:schemaRefs>
    <ds:schemaRef ds:uri="bf1d58f1-785c-4fa4-acfa-22cac4384ae0"/>
    <ds:schemaRef ds:uri="f076f0a3-8f4c-4b01-9451-83c92ab8a0d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1548</Words>
  <Application>Microsoft Office PowerPoint</Application>
  <PresentationFormat>Custom</PresentationFormat>
  <Paragraphs>238</Paragraphs>
  <Slides>20</Slides>
  <Notes>2</Notes>
  <HiddenSlides>1</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20</vt:i4>
      </vt:variant>
    </vt:vector>
  </HeadingPairs>
  <TitlesOfParts>
    <vt:vector size="26" baseType="lpstr">
      <vt:lpstr>Arial</vt:lpstr>
      <vt:lpstr>Calibri</vt:lpstr>
      <vt:lpstr>Calibri Light</vt:lpstr>
      <vt:lpstr>Slide layouts with logo</vt:lpstr>
      <vt:lpstr>Custom Design</vt:lpstr>
      <vt:lpstr>Slide layouts no logo</vt:lpstr>
      <vt:lpstr>Email channel update</vt:lpstr>
      <vt:lpstr>Email Templates</vt:lpstr>
      <vt:lpstr>Email Templates</vt:lpstr>
      <vt:lpstr>Be You Email Templates</vt:lpstr>
      <vt:lpstr>Preference Centres</vt:lpstr>
      <vt:lpstr>Preference Centres</vt:lpstr>
      <vt:lpstr>Be You - Subscriber Preference Centre </vt:lpstr>
      <vt:lpstr>Education Series</vt:lpstr>
      <vt:lpstr>Email &amp; SMS Education Series</vt:lpstr>
      <vt:lpstr>Email &amp; SMS Education Series</vt:lpstr>
      <vt:lpstr>Data Layer</vt:lpstr>
      <vt:lpstr>Introduction of a Data Layer (Beyond Blue)</vt:lpstr>
      <vt:lpstr>PowerPoint Presentation</vt:lpstr>
      <vt:lpstr>Outcomes for Beyond Blue</vt:lpstr>
      <vt:lpstr>Data Modelling</vt:lpstr>
      <vt:lpstr>Modelling Statistics Highlights (still to be refined)</vt:lpstr>
      <vt:lpstr>Modelling Statistics Highlights (still to be refined)</vt:lpstr>
      <vt:lpstr>Looking to the future</vt:lpstr>
      <vt:lpstr>Next Steps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Team All In</dc:title>
  <dc:creator/>
  <cp:lastModifiedBy/>
  <cp:revision>151</cp:revision>
  <dcterms:created xsi:type="dcterms:W3CDTF">2020-04-30T01:24:40Z</dcterms:created>
  <dcterms:modified xsi:type="dcterms:W3CDTF">2020-09-07T22:48:49Z</dcterms:modified>
</cp:coreProperties>
</file>